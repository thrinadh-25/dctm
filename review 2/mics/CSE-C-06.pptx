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2"/>
  </p:notesMasterIdLst>
  <p:handoutMasterIdLst>
    <p:handoutMasterId r:id="rId13"/>
  </p:handoutMasterIdLst>
  <p:sldIdLst>
    <p:sldId id="256" r:id="rId2"/>
    <p:sldId id="258" r:id="rId3"/>
    <p:sldId id="259" r:id="rId4"/>
    <p:sldId id="260" r:id="rId5"/>
    <p:sldId id="265" r:id="rId6"/>
    <p:sldId id="264" r:id="rId7"/>
    <p:sldId id="266" r:id="rId8"/>
    <p:sldId id="268" r:id="rId9"/>
    <p:sldId id="267" r:id="rId10"/>
    <p:sldId id="262" r:id="rId11"/>
  </p:sldIdLst>
  <p:sldSz cx="12192000" cy="6858000"/>
  <p:notesSz cx="9947275"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A19F653-3395-1F97-850A-1849A5122E1F}"/>
              </a:ext>
            </a:extLst>
          </p:cNvPr>
          <p:cNvSpPr>
            <a:spLocks noGrp="1"/>
          </p:cNvSpPr>
          <p:nvPr>
            <p:ph type="hdr" sz="quarter"/>
          </p:nvPr>
        </p:nvSpPr>
        <p:spPr>
          <a:xfrm>
            <a:off x="0" y="0"/>
            <a:ext cx="4311461" cy="344173"/>
          </a:xfrm>
          <a:prstGeom prst="rect">
            <a:avLst/>
          </a:prstGeom>
        </p:spPr>
        <p:txBody>
          <a:bodyPr vert="horz" lIns="84189" tIns="42094" rIns="84189" bIns="42094" rtlCol="0"/>
          <a:lstStyle>
            <a:lvl1pPr algn="l">
              <a:defRPr sz="1100"/>
            </a:lvl1pPr>
          </a:lstStyle>
          <a:p>
            <a:endParaRPr lang="en-IN"/>
          </a:p>
        </p:txBody>
      </p:sp>
      <p:sp>
        <p:nvSpPr>
          <p:cNvPr id="3" name="Date Placeholder 2">
            <a:extLst>
              <a:ext uri="{FF2B5EF4-FFF2-40B4-BE49-F238E27FC236}">
                <a16:creationId xmlns:a16="http://schemas.microsoft.com/office/drawing/2014/main" id="{D7C9324C-D516-2E51-ECBE-DEB20B728D8D}"/>
              </a:ext>
            </a:extLst>
          </p:cNvPr>
          <p:cNvSpPr>
            <a:spLocks noGrp="1"/>
          </p:cNvSpPr>
          <p:nvPr>
            <p:ph type="dt" sz="quarter" idx="1"/>
          </p:nvPr>
        </p:nvSpPr>
        <p:spPr>
          <a:xfrm>
            <a:off x="5633727" y="0"/>
            <a:ext cx="4311461" cy="344173"/>
          </a:xfrm>
          <a:prstGeom prst="rect">
            <a:avLst/>
          </a:prstGeom>
        </p:spPr>
        <p:txBody>
          <a:bodyPr vert="horz" lIns="84189" tIns="42094" rIns="84189" bIns="42094" rtlCol="0"/>
          <a:lstStyle>
            <a:lvl1pPr algn="r">
              <a:defRPr sz="1100"/>
            </a:lvl1pPr>
          </a:lstStyle>
          <a:p>
            <a:fld id="{309E5C5E-9C69-4EE7-9BD2-DFD6F0FB67C6}" type="datetimeFigureOut">
              <a:rPr lang="en-IN" smtClean="0"/>
              <a:t>30-03-2026</a:t>
            </a:fld>
            <a:endParaRPr lang="en-IN"/>
          </a:p>
        </p:txBody>
      </p:sp>
      <p:sp>
        <p:nvSpPr>
          <p:cNvPr id="4" name="Footer Placeholder 3">
            <a:extLst>
              <a:ext uri="{FF2B5EF4-FFF2-40B4-BE49-F238E27FC236}">
                <a16:creationId xmlns:a16="http://schemas.microsoft.com/office/drawing/2014/main" id="{351EC31C-46FC-02D1-67BA-520FFD01FEA3}"/>
              </a:ext>
            </a:extLst>
          </p:cNvPr>
          <p:cNvSpPr>
            <a:spLocks noGrp="1"/>
          </p:cNvSpPr>
          <p:nvPr>
            <p:ph type="ftr" sz="quarter" idx="2"/>
          </p:nvPr>
        </p:nvSpPr>
        <p:spPr>
          <a:xfrm>
            <a:off x="0" y="6513827"/>
            <a:ext cx="4311461" cy="344173"/>
          </a:xfrm>
          <a:prstGeom prst="rect">
            <a:avLst/>
          </a:prstGeom>
        </p:spPr>
        <p:txBody>
          <a:bodyPr vert="horz" lIns="84189" tIns="42094" rIns="84189" bIns="42094" rtlCol="0" anchor="b"/>
          <a:lstStyle>
            <a:lvl1pPr algn="l">
              <a:defRPr sz="1100"/>
            </a:lvl1pPr>
          </a:lstStyle>
          <a:p>
            <a:endParaRPr lang="en-IN"/>
          </a:p>
        </p:txBody>
      </p:sp>
      <p:sp>
        <p:nvSpPr>
          <p:cNvPr id="5" name="Slide Number Placeholder 4">
            <a:extLst>
              <a:ext uri="{FF2B5EF4-FFF2-40B4-BE49-F238E27FC236}">
                <a16:creationId xmlns:a16="http://schemas.microsoft.com/office/drawing/2014/main" id="{F4B5CFB7-B264-C5D1-845E-06583C8EE96F}"/>
              </a:ext>
            </a:extLst>
          </p:cNvPr>
          <p:cNvSpPr>
            <a:spLocks noGrp="1"/>
          </p:cNvSpPr>
          <p:nvPr>
            <p:ph type="sldNum" sz="quarter" idx="3"/>
          </p:nvPr>
        </p:nvSpPr>
        <p:spPr>
          <a:xfrm>
            <a:off x="5633727" y="6513827"/>
            <a:ext cx="4311461" cy="344173"/>
          </a:xfrm>
          <a:prstGeom prst="rect">
            <a:avLst/>
          </a:prstGeom>
        </p:spPr>
        <p:txBody>
          <a:bodyPr vert="horz" lIns="84189" tIns="42094" rIns="84189" bIns="42094" rtlCol="0" anchor="b"/>
          <a:lstStyle>
            <a:lvl1pPr algn="r">
              <a:defRPr sz="1100"/>
            </a:lvl1pPr>
          </a:lstStyle>
          <a:p>
            <a:fld id="{F51DA3E6-6681-4E66-AF81-595304A9FC93}" type="slidenum">
              <a:rPr lang="en-IN" smtClean="0"/>
              <a:t>‹#›</a:t>
            </a:fld>
            <a:endParaRPr lang="en-IN"/>
          </a:p>
        </p:txBody>
      </p:sp>
    </p:spTree>
    <p:extLst>
      <p:ext uri="{BB962C8B-B14F-4D97-AF65-F5344CB8AC3E}">
        <p14:creationId xmlns:p14="http://schemas.microsoft.com/office/powerpoint/2010/main" val="366052675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11461" cy="344173"/>
          </a:xfrm>
          <a:prstGeom prst="rect">
            <a:avLst/>
          </a:prstGeom>
        </p:spPr>
        <p:txBody>
          <a:bodyPr vert="horz" lIns="84189" tIns="42094" rIns="84189" bIns="42094" rtlCol="0"/>
          <a:lstStyle>
            <a:lvl1pPr algn="l">
              <a:defRPr sz="1100"/>
            </a:lvl1pPr>
          </a:lstStyle>
          <a:p>
            <a:endParaRPr lang="en-IN"/>
          </a:p>
        </p:txBody>
      </p:sp>
      <p:sp>
        <p:nvSpPr>
          <p:cNvPr id="3" name="Date Placeholder 2"/>
          <p:cNvSpPr>
            <a:spLocks noGrp="1"/>
          </p:cNvSpPr>
          <p:nvPr>
            <p:ph type="dt" idx="1"/>
          </p:nvPr>
        </p:nvSpPr>
        <p:spPr>
          <a:xfrm>
            <a:off x="5633727" y="0"/>
            <a:ext cx="4311461" cy="344173"/>
          </a:xfrm>
          <a:prstGeom prst="rect">
            <a:avLst/>
          </a:prstGeom>
        </p:spPr>
        <p:txBody>
          <a:bodyPr vert="horz" lIns="84189" tIns="42094" rIns="84189" bIns="42094" rtlCol="0"/>
          <a:lstStyle>
            <a:lvl1pPr algn="r">
              <a:defRPr sz="1100"/>
            </a:lvl1pPr>
          </a:lstStyle>
          <a:p>
            <a:fld id="{4CCAF8FD-FE3A-4B01-84F2-C627066ED069}" type="datetimeFigureOut">
              <a:rPr lang="en-IN" smtClean="0"/>
              <a:t>30-03-2026</a:t>
            </a:fld>
            <a:endParaRPr lang="en-IN"/>
          </a:p>
        </p:txBody>
      </p:sp>
      <p:sp>
        <p:nvSpPr>
          <p:cNvPr id="4" name="Slide Image Placeholder 3"/>
          <p:cNvSpPr>
            <a:spLocks noGrp="1" noRot="1" noChangeAspect="1"/>
          </p:cNvSpPr>
          <p:nvPr>
            <p:ph type="sldImg" idx="2"/>
          </p:nvPr>
        </p:nvSpPr>
        <p:spPr>
          <a:xfrm>
            <a:off x="2916238" y="857250"/>
            <a:ext cx="4114800" cy="2314575"/>
          </a:xfrm>
          <a:prstGeom prst="rect">
            <a:avLst/>
          </a:prstGeom>
          <a:noFill/>
          <a:ln w="12700">
            <a:solidFill>
              <a:prstClr val="black"/>
            </a:solidFill>
          </a:ln>
        </p:spPr>
        <p:txBody>
          <a:bodyPr vert="horz" lIns="84189" tIns="42094" rIns="84189" bIns="42094" rtlCol="0" anchor="ctr"/>
          <a:lstStyle/>
          <a:p>
            <a:endParaRPr lang="en-IN"/>
          </a:p>
        </p:txBody>
      </p:sp>
      <p:sp>
        <p:nvSpPr>
          <p:cNvPr id="5" name="Notes Placeholder 4"/>
          <p:cNvSpPr>
            <a:spLocks noGrp="1"/>
          </p:cNvSpPr>
          <p:nvPr>
            <p:ph type="body" sz="quarter" idx="3"/>
          </p:nvPr>
        </p:nvSpPr>
        <p:spPr>
          <a:xfrm>
            <a:off x="994310" y="3300190"/>
            <a:ext cx="7958655" cy="2700433"/>
          </a:xfrm>
          <a:prstGeom prst="rect">
            <a:avLst/>
          </a:prstGeom>
        </p:spPr>
        <p:txBody>
          <a:bodyPr vert="horz" lIns="84189" tIns="42094" rIns="84189" bIns="4209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827"/>
            <a:ext cx="4311461" cy="344173"/>
          </a:xfrm>
          <a:prstGeom prst="rect">
            <a:avLst/>
          </a:prstGeom>
        </p:spPr>
        <p:txBody>
          <a:bodyPr vert="horz" lIns="84189" tIns="42094" rIns="84189" bIns="42094" rtlCol="0" anchor="b"/>
          <a:lstStyle>
            <a:lvl1pPr algn="l">
              <a:defRPr sz="1100"/>
            </a:lvl1pPr>
          </a:lstStyle>
          <a:p>
            <a:endParaRPr lang="en-IN"/>
          </a:p>
        </p:txBody>
      </p:sp>
      <p:sp>
        <p:nvSpPr>
          <p:cNvPr id="7" name="Slide Number Placeholder 6"/>
          <p:cNvSpPr>
            <a:spLocks noGrp="1"/>
          </p:cNvSpPr>
          <p:nvPr>
            <p:ph type="sldNum" sz="quarter" idx="5"/>
          </p:nvPr>
        </p:nvSpPr>
        <p:spPr>
          <a:xfrm>
            <a:off x="5633727" y="6513827"/>
            <a:ext cx="4311461" cy="344173"/>
          </a:xfrm>
          <a:prstGeom prst="rect">
            <a:avLst/>
          </a:prstGeom>
        </p:spPr>
        <p:txBody>
          <a:bodyPr vert="horz" lIns="84189" tIns="42094" rIns="84189" bIns="42094" rtlCol="0" anchor="b"/>
          <a:lstStyle>
            <a:lvl1pPr algn="r">
              <a:defRPr sz="1100"/>
            </a:lvl1pPr>
          </a:lstStyle>
          <a:p>
            <a:fld id="{1B3989B1-4691-4647-AEB6-B1F469B8C1DD}" type="slidenum">
              <a:rPr lang="en-IN" smtClean="0"/>
              <a:t>‹#›</a:t>
            </a:fld>
            <a:endParaRPr lang="en-IN"/>
          </a:p>
        </p:txBody>
      </p:sp>
    </p:spTree>
    <p:extLst>
      <p:ext uri="{BB962C8B-B14F-4D97-AF65-F5344CB8AC3E}">
        <p14:creationId xmlns:p14="http://schemas.microsoft.com/office/powerpoint/2010/main" val="110166358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2389680" y="4800600"/>
            <a:ext cx="7313760" cy="565200"/>
          </a:xfrm>
          <a:prstGeom prst="rect">
            <a:avLst/>
          </a:prstGeom>
          <a:noFill/>
          <a:ln w="0">
            <a:noFill/>
          </a:ln>
        </p:spPr>
        <p:txBody>
          <a:bodyPr lIns="91440" tIns="45720" rIns="91440" bIns="45720" anchor="b">
            <a:noAutofit/>
          </a:bodyPr>
          <a:lstStyle/>
          <a:p>
            <a:pPr indent="0" defTabSz="914400">
              <a:lnSpc>
                <a:spcPct val="100000"/>
              </a:lnSpc>
              <a:buNone/>
              <a:tabLst>
                <a:tab pos="0" algn="l"/>
              </a:tabLst>
            </a:pPr>
            <a:r>
              <a:rPr lang="en-US" sz="2000" b="1" u="none" strike="noStrike">
                <a:solidFill>
                  <a:schemeClr val="dk1"/>
                </a:solidFill>
                <a:effectLst/>
                <a:uFillTx/>
                <a:latin typeface="Calibri"/>
              </a:rPr>
              <a:t>Click to edit Master title style</a:t>
            </a:r>
            <a:endParaRPr lang="en-IN" sz="2000" b="0" u="none" strike="noStrike">
              <a:solidFill>
                <a:srgbClr val="000000"/>
              </a:solidFill>
              <a:effectLst/>
              <a:uFillTx/>
              <a:latin typeface="Arial"/>
            </a:endParaRPr>
          </a:p>
        </p:txBody>
      </p:sp>
      <p:sp>
        <p:nvSpPr>
          <p:cNvPr id="7" name="PlaceHolder 2"/>
          <p:cNvSpPr>
            <a:spLocks noGrp="1"/>
          </p:cNvSpPr>
          <p:nvPr>
            <p:ph type="body"/>
          </p:nvPr>
        </p:nvSpPr>
        <p:spPr>
          <a:xfrm>
            <a:off x="2389680" y="612720"/>
            <a:ext cx="7313760" cy="4113360"/>
          </a:xfrm>
          <a:prstGeom prst="rect">
            <a:avLst/>
          </a:prstGeom>
          <a:noFill/>
          <a:ln w="0">
            <a:noFill/>
          </a:ln>
        </p:spPr>
        <p:txBody>
          <a:bodyPr lIns="90000" tIns="45000" rIns="90000" bIns="45000" anchor="t">
            <a:noAutofit/>
          </a:bodyPr>
          <a:lstStyle/>
          <a:p>
            <a:pPr marL="432000" indent="-324000" defTabSz="9144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IN" sz="3200" b="0" u="none" strike="noStrike">
              <a:solidFill>
                <a:srgbClr val="000000"/>
              </a:solidFill>
              <a:effectLst/>
              <a:uFillTx/>
              <a:latin typeface="Arial"/>
            </a:endParaRPr>
          </a:p>
          <a:p>
            <a:pPr marL="864000" lvl="1" indent="-324000" defTabSz="914400">
              <a:lnSpc>
                <a:spcPct val="90000"/>
              </a:lnSpc>
              <a:spcBef>
                <a:spcPts val="1134"/>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IN" sz="3200" b="0" u="none" strike="noStrike">
              <a:solidFill>
                <a:srgbClr val="000000"/>
              </a:solidFill>
              <a:effectLst/>
              <a:uFillTx/>
              <a:latin typeface="Arial"/>
            </a:endParaRPr>
          </a:p>
          <a:p>
            <a:pPr marL="1296000" lvl="2" indent="-288000" defTabSz="914400">
              <a:lnSpc>
                <a:spcPct val="90000"/>
              </a:lnSpc>
              <a:spcBef>
                <a:spcPts val="850"/>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IN" sz="3200" b="0" u="none" strike="noStrike">
              <a:solidFill>
                <a:srgbClr val="000000"/>
              </a:solidFill>
              <a:effectLst/>
              <a:uFillTx/>
              <a:latin typeface="Arial"/>
            </a:endParaRPr>
          </a:p>
          <a:p>
            <a:pPr marL="1728000" lvl="3" indent="-216000" defTabSz="914400">
              <a:lnSpc>
                <a:spcPct val="90000"/>
              </a:lnSpc>
              <a:spcBef>
                <a:spcPts val="567"/>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IN" sz="3200" b="0" u="none" strike="noStrike">
              <a:solidFill>
                <a:srgbClr val="000000"/>
              </a:solidFill>
              <a:effectLst/>
              <a:uFillTx/>
              <a:latin typeface="Arial"/>
            </a:endParaRPr>
          </a:p>
          <a:p>
            <a:pPr marL="2160000" lvl="4" indent="-216000"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IN" sz="3200" b="0" u="none" strike="noStrike">
              <a:solidFill>
                <a:srgbClr val="000000"/>
              </a:solidFill>
              <a:effectLst/>
              <a:uFillTx/>
              <a:latin typeface="Arial"/>
            </a:endParaRPr>
          </a:p>
          <a:p>
            <a:pPr marL="2592000" lvl="5" indent="-216000"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IN" sz="3200" b="0" u="none" strike="noStrike">
              <a:solidFill>
                <a:srgbClr val="000000"/>
              </a:solidFill>
              <a:effectLst/>
              <a:uFillTx/>
              <a:latin typeface="Arial"/>
            </a:endParaRPr>
          </a:p>
          <a:p>
            <a:pPr marL="3024000" lvl="6" indent="-216000"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IN" sz="3200" b="0" u="none" strike="noStrike">
              <a:solidFill>
                <a:srgbClr val="000000"/>
              </a:solidFill>
              <a:effectLst/>
              <a:uFillTx/>
              <a:latin typeface="Arial"/>
            </a:endParaRPr>
          </a:p>
        </p:txBody>
      </p:sp>
      <p:sp>
        <p:nvSpPr>
          <p:cNvPr id="2" name="PlaceHolder 3"/>
          <p:cNvSpPr>
            <a:spLocks noGrp="1"/>
          </p:cNvSpPr>
          <p:nvPr>
            <p:ph type="body"/>
          </p:nvPr>
        </p:nvSpPr>
        <p:spPr>
          <a:xfrm>
            <a:off x="2389680" y="5367240"/>
            <a:ext cx="7313760" cy="803520"/>
          </a:xfrm>
          <a:prstGeom prst="rect">
            <a:avLst/>
          </a:prstGeom>
          <a:noFill/>
          <a:ln w="0">
            <a:noFill/>
          </a:ln>
        </p:spPr>
        <p:txBody>
          <a:bodyPr lIns="91440" tIns="45720" rIns="91440" bIns="45720" anchor="t">
            <a:noAutofit/>
          </a:bodyPr>
          <a:lstStyle/>
          <a:p>
            <a:pPr marL="228600" indent="0"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IN" sz="1400" b="0" u="none" strike="noStrike">
              <a:solidFill>
                <a:srgbClr val="000000"/>
              </a:solidFill>
              <a:effectLst/>
              <a:uFillTx/>
              <a:latin typeface="Arial"/>
            </a:endParaRPr>
          </a:p>
        </p:txBody>
      </p:sp>
      <p:sp>
        <p:nvSpPr>
          <p:cNvPr id="3" name="PlaceHolder 4"/>
          <p:cNvSpPr>
            <a:spLocks noGrp="1"/>
          </p:cNvSpPr>
          <p:nvPr>
            <p:ph type="dt" idx="1"/>
          </p:nvPr>
        </p:nvSpPr>
        <p:spPr>
          <a:xfrm>
            <a:off x="609480" y="6356520"/>
            <a:ext cx="2843640" cy="3636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4" name="PlaceHolder 5"/>
          <p:cNvSpPr>
            <a:spLocks noGrp="1"/>
          </p:cNvSpPr>
          <p:nvPr>
            <p:ph type="ftr" idx="2"/>
          </p:nvPr>
        </p:nvSpPr>
        <p:spPr>
          <a:xfrm>
            <a:off x="4165560" y="6356520"/>
            <a:ext cx="3859200" cy="3636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5" name="PlaceHolder 6"/>
          <p:cNvSpPr>
            <a:spLocks noGrp="1"/>
          </p:cNvSpPr>
          <p:nvPr>
            <p:ph type="sldNum" idx="3"/>
          </p:nvPr>
        </p:nvSpPr>
        <p:spPr>
          <a:xfrm>
            <a:off x="8737560" y="6356520"/>
            <a:ext cx="284364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E939E289-1375-481B-85D2-29C48C40EA74}"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4680"/>
            <a:ext cx="10971360" cy="1141560"/>
          </a:xfrm>
          <a:prstGeom prst="rect">
            <a:avLst/>
          </a:prstGeom>
          <a:noFill/>
          <a:ln w="0">
            <a:noFill/>
          </a:ln>
        </p:spPr>
        <p:txBody>
          <a:bodyPr lIns="91440" tIns="45720" rIns="91440" bIns="45720" anchor="ctr">
            <a:noAutofit/>
          </a:bodyPr>
          <a:lstStyle/>
          <a:p>
            <a:pPr indent="0" algn="ctr" defTabSz="914400">
              <a:lnSpc>
                <a:spcPct val="100000"/>
              </a:lnSpc>
              <a:buNone/>
              <a:tabLst>
                <a:tab pos="0" algn="l"/>
              </a:tabLst>
            </a:pPr>
            <a:r>
              <a:rPr lang="en-US" sz="4400" b="0" u="none" strike="noStrike">
                <a:solidFill>
                  <a:schemeClr val="dk1"/>
                </a:solidFill>
                <a:effectLst/>
                <a:uFillTx/>
                <a:latin typeface="Calibri"/>
              </a:rPr>
              <a:t>Click to edit Master title style</a:t>
            </a:r>
            <a:endParaRPr lang="en-IN" sz="4400" b="0" u="none" strike="noStrike">
              <a:solidFill>
                <a:srgbClr val="000000"/>
              </a:solidFill>
              <a:effectLst/>
              <a:uFillTx/>
              <a:latin typeface="Arial"/>
            </a:endParaRPr>
          </a:p>
        </p:txBody>
      </p:sp>
      <p:sp>
        <p:nvSpPr>
          <p:cNvPr id="7" name="PlaceHolder 2"/>
          <p:cNvSpPr>
            <a:spLocks noGrp="1"/>
          </p:cNvSpPr>
          <p:nvPr>
            <p:ph type="body"/>
          </p:nvPr>
        </p:nvSpPr>
        <p:spPr>
          <a:xfrm>
            <a:off x="609480" y="1600200"/>
            <a:ext cx="10971360" cy="4524480"/>
          </a:xfrm>
          <a:prstGeom prst="rect">
            <a:avLst/>
          </a:prstGeom>
          <a:noFill/>
          <a:ln w="0">
            <a:noFill/>
          </a:ln>
        </p:spPr>
        <p:txBody>
          <a:bodyPr vert="eaVert" lIns="91440" tIns="45720" rIns="91440" bIns="45720" anchor="t">
            <a:noAutofit/>
          </a:bodyPr>
          <a:lstStyle/>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IN" sz="3200" b="0" u="none" strike="noStrike">
              <a:solidFill>
                <a:srgbClr val="000000"/>
              </a:solidFill>
              <a:effectLst/>
              <a:uFillTx/>
              <a:latin typeface="Arial"/>
            </a:endParaRP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IN" sz="2800" b="0" u="none" strike="noStrike">
              <a:solidFill>
                <a:srgbClr val="000000"/>
              </a:solidFill>
              <a:effectLst/>
              <a:uFillTx/>
              <a:latin typeface="Arial"/>
            </a:endParaRP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IN" sz="2400" b="0" u="none" strike="noStrike">
              <a:solidFill>
                <a:srgbClr val="000000"/>
              </a:solidFill>
              <a:effectLst/>
              <a:uFillTx/>
              <a:latin typeface="Arial"/>
            </a:endParaRP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IN" sz="2000" b="0" u="none" strike="noStrike">
              <a:solidFill>
                <a:srgbClr val="000000"/>
              </a:solidFill>
              <a:effectLst/>
              <a:uFillTx/>
              <a:latin typeface="Arial"/>
            </a:endParaRP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IN" sz="2000" b="0" u="none" strike="noStrike">
              <a:solidFill>
                <a:srgbClr val="000000"/>
              </a:solidFill>
              <a:effectLst/>
              <a:uFillTx/>
              <a:latin typeface="Arial"/>
            </a:endParaRPr>
          </a:p>
        </p:txBody>
      </p:sp>
      <p:sp>
        <p:nvSpPr>
          <p:cNvPr id="8" name="PlaceHolder 3"/>
          <p:cNvSpPr>
            <a:spLocks noGrp="1"/>
          </p:cNvSpPr>
          <p:nvPr>
            <p:ph type="dt" idx="4"/>
          </p:nvPr>
        </p:nvSpPr>
        <p:spPr>
          <a:xfrm>
            <a:off x="609480" y="6356520"/>
            <a:ext cx="2843640" cy="3636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4165560" y="6356520"/>
            <a:ext cx="3859200" cy="3636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8737560" y="6356520"/>
            <a:ext cx="284364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E883C5E2-F005-44A6-9D71-49A8D860A628}"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11491560" y="274680"/>
            <a:ext cx="3565080" cy="5850000"/>
          </a:xfrm>
          <a:prstGeom prst="rect">
            <a:avLst/>
          </a:prstGeom>
          <a:noFill/>
          <a:ln w="0">
            <a:noFill/>
          </a:ln>
        </p:spPr>
        <p:txBody>
          <a:bodyPr vert="eaVert" lIns="91440" tIns="45720" rIns="91440" bIns="45720" anchor="ctr">
            <a:noAutofit/>
          </a:bodyPr>
          <a:lstStyle/>
          <a:p>
            <a:pPr indent="0" algn="ctr" defTabSz="914400">
              <a:lnSpc>
                <a:spcPct val="100000"/>
              </a:lnSpc>
              <a:buNone/>
              <a:tabLst>
                <a:tab pos="0" algn="l"/>
              </a:tabLst>
            </a:pPr>
            <a:r>
              <a:rPr lang="en-US" sz="4400" b="0" u="none" strike="noStrike">
                <a:solidFill>
                  <a:schemeClr val="dk1"/>
                </a:solidFill>
                <a:effectLst/>
                <a:uFillTx/>
                <a:latin typeface="Calibri"/>
              </a:rPr>
              <a:t>Click to edit Master title style</a:t>
            </a:r>
            <a:endParaRPr lang="en-IN" sz="4400" b="0" u="none" strike="noStrike">
              <a:solidFill>
                <a:srgbClr val="000000"/>
              </a:solidFill>
              <a:effectLst/>
              <a:uFillTx/>
              <a:latin typeface="Arial"/>
            </a:endParaRPr>
          </a:p>
        </p:txBody>
      </p:sp>
      <p:sp>
        <p:nvSpPr>
          <p:cNvPr id="12" name="PlaceHolder 2"/>
          <p:cNvSpPr>
            <a:spLocks noGrp="1"/>
          </p:cNvSpPr>
          <p:nvPr>
            <p:ph type="body"/>
          </p:nvPr>
        </p:nvSpPr>
        <p:spPr>
          <a:xfrm>
            <a:off x="791640" y="274680"/>
            <a:ext cx="10495080" cy="5850000"/>
          </a:xfrm>
          <a:prstGeom prst="rect">
            <a:avLst/>
          </a:prstGeom>
          <a:noFill/>
          <a:ln w="0">
            <a:noFill/>
          </a:ln>
        </p:spPr>
        <p:txBody>
          <a:bodyPr vert="eaVert" lIns="91440" tIns="45720" rIns="91440" bIns="45720" anchor="t">
            <a:noAutofit/>
          </a:bodyPr>
          <a:lstStyle/>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IN" sz="3200" b="0" u="none" strike="noStrike">
              <a:solidFill>
                <a:srgbClr val="000000"/>
              </a:solidFill>
              <a:effectLst/>
              <a:uFillTx/>
              <a:latin typeface="Arial"/>
            </a:endParaRP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IN" sz="2800" b="0" u="none" strike="noStrike">
              <a:solidFill>
                <a:srgbClr val="000000"/>
              </a:solidFill>
              <a:effectLst/>
              <a:uFillTx/>
              <a:latin typeface="Arial"/>
            </a:endParaRP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IN" sz="2400" b="0" u="none" strike="noStrike">
              <a:solidFill>
                <a:srgbClr val="000000"/>
              </a:solidFill>
              <a:effectLst/>
              <a:uFillTx/>
              <a:latin typeface="Arial"/>
            </a:endParaRP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IN" sz="2000" b="0" u="none" strike="noStrike">
              <a:solidFill>
                <a:srgbClr val="000000"/>
              </a:solidFill>
              <a:effectLst/>
              <a:uFillTx/>
              <a:latin typeface="Arial"/>
            </a:endParaRP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IN" sz="2000" b="0" u="none" strike="noStrike">
              <a:solidFill>
                <a:srgbClr val="000000"/>
              </a:solidFill>
              <a:effectLst/>
              <a:uFillTx/>
              <a:latin typeface="Arial"/>
            </a:endParaRPr>
          </a:p>
        </p:txBody>
      </p:sp>
      <p:sp>
        <p:nvSpPr>
          <p:cNvPr id="13" name="PlaceHolder 3"/>
          <p:cNvSpPr>
            <a:spLocks noGrp="1"/>
          </p:cNvSpPr>
          <p:nvPr>
            <p:ph type="dt" idx="7"/>
          </p:nvPr>
        </p:nvSpPr>
        <p:spPr>
          <a:xfrm>
            <a:off x="609480" y="6356520"/>
            <a:ext cx="2843640" cy="3636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4165560" y="6356520"/>
            <a:ext cx="3859200" cy="3636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8737560" y="6356520"/>
            <a:ext cx="284364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99D7FB26-056C-45C6-A958-CA9ED4482359}"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and Content">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4680"/>
            <a:ext cx="10971360" cy="1141560"/>
          </a:xfrm>
          <a:prstGeom prst="rect">
            <a:avLst/>
          </a:prstGeom>
          <a:noFill/>
          <a:ln w="0">
            <a:noFill/>
          </a:ln>
        </p:spPr>
        <p:txBody>
          <a:bodyPr lIns="91440" tIns="45720" rIns="91440" bIns="45720" anchor="ctr">
            <a:noAutofit/>
          </a:bodyPr>
          <a:lstStyle/>
          <a:p>
            <a:pPr indent="0" algn="ctr" defTabSz="914400">
              <a:lnSpc>
                <a:spcPct val="100000"/>
              </a:lnSpc>
              <a:buNone/>
              <a:tabLst>
                <a:tab pos="0" algn="l"/>
              </a:tabLst>
            </a:pPr>
            <a:r>
              <a:rPr lang="en-US" sz="4400" b="0" u="none" strike="noStrike">
                <a:solidFill>
                  <a:schemeClr val="dk1"/>
                </a:solidFill>
                <a:effectLst/>
                <a:uFillTx/>
                <a:latin typeface="Calibri"/>
              </a:rPr>
              <a:t>Click to edit Master title style</a:t>
            </a:r>
            <a:endParaRPr lang="en-IN" sz="4400" b="0" u="none" strike="noStrike">
              <a:solidFill>
                <a:srgbClr val="000000"/>
              </a:solidFill>
              <a:effectLst/>
              <a:uFillTx/>
              <a:latin typeface="Arial"/>
            </a:endParaRPr>
          </a:p>
        </p:txBody>
      </p:sp>
      <p:sp>
        <p:nvSpPr>
          <p:cNvPr id="17" name="PlaceHolder 2"/>
          <p:cNvSpPr>
            <a:spLocks noGrp="1"/>
          </p:cNvSpPr>
          <p:nvPr>
            <p:ph type="body"/>
          </p:nvPr>
        </p:nvSpPr>
        <p:spPr>
          <a:xfrm>
            <a:off x="609480" y="1600200"/>
            <a:ext cx="10971360" cy="4524480"/>
          </a:xfrm>
          <a:prstGeom prst="rect">
            <a:avLst/>
          </a:prstGeom>
          <a:noFill/>
          <a:ln w="0">
            <a:noFill/>
          </a:ln>
        </p:spPr>
        <p:txBody>
          <a:bodyPr lIns="91440" tIns="45720" rIns="91440" bIns="45720" anchor="t">
            <a:noAutofit/>
          </a:bodyPr>
          <a:lstStyle/>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IN" sz="3200" b="0" u="none" strike="noStrike">
              <a:solidFill>
                <a:srgbClr val="000000"/>
              </a:solidFill>
              <a:effectLst/>
              <a:uFillTx/>
              <a:latin typeface="Arial"/>
            </a:endParaRP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IN" sz="2800" b="0" u="none" strike="noStrike">
              <a:solidFill>
                <a:srgbClr val="000000"/>
              </a:solidFill>
              <a:effectLst/>
              <a:uFillTx/>
              <a:latin typeface="Arial"/>
            </a:endParaRP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IN" sz="2400" b="0" u="none" strike="noStrike">
              <a:solidFill>
                <a:srgbClr val="000000"/>
              </a:solidFill>
              <a:effectLst/>
              <a:uFillTx/>
              <a:latin typeface="Arial"/>
            </a:endParaRP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IN" sz="2000" b="0" u="none" strike="noStrike">
              <a:solidFill>
                <a:srgbClr val="000000"/>
              </a:solidFill>
              <a:effectLst/>
              <a:uFillTx/>
              <a:latin typeface="Arial"/>
            </a:endParaRP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IN" sz="2000" b="0" u="none" strike="noStrike">
              <a:solidFill>
                <a:srgbClr val="000000"/>
              </a:solidFill>
              <a:effectLst/>
              <a:uFillTx/>
              <a:latin typeface="Arial"/>
            </a:endParaRPr>
          </a:p>
        </p:txBody>
      </p:sp>
      <p:sp>
        <p:nvSpPr>
          <p:cNvPr id="18" name="PlaceHolder 3"/>
          <p:cNvSpPr>
            <a:spLocks noGrp="1"/>
          </p:cNvSpPr>
          <p:nvPr>
            <p:ph type="dt" idx="10"/>
          </p:nvPr>
        </p:nvSpPr>
        <p:spPr>
          <a:xfrm>
            <a:off x="609480" y="6356520"/>
            <a:ext cx="2843640" cy="3636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4165560" y="6356520"/>
            <a:ext cx="3859200" cy="3636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8737560" y="6356520"/>
            <a:ext cx="284364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9118F6E7-F1DC-4F9F-A55D-F4F9EDAF9867}"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Default 1">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4680"/>
            <a:ext cx="10971360" cy="1141560"/>
          </a:xfrm>
          <a:prstGeom prst="rect">
            <a:avLst/>
          </a:prstGeom>
          <a:noFill/>
          <a:ln w="0">
            <a:noFill/>
          </a:ln>
        </p:spPr>
        <p:txBody>
          <a:bodyPr lIns="91440" tIns="45720" rIns="91440" bIns="45720" anchor="ctr">
            <a:noAutofit/>
          </a:bodyPr>
          <a:lstStyle/>
          <a:p>
            <a:pPr indent="0" algn="ctr" defTabSz="914400">
              <a:lnSpc>
                <a:spcPct val="100000"/>
              </a:lnSpc>
              <a:buNone/>
              <a:tabLst>
                <a:tab pos="0" algn="l"/>
              </a:tabLst>
            </a:pPr>
            <a:r>
              <a:rPr lang="en-US" sz="4400" b="0" u="none" strike="noStrike">
                <a:solidFill>
                  <a:schemeClr val="dk1"/>
                </a:solidFill>
                <a:effectLst/>
                <a:uFillTx/>
                <a:latin typeface="Calibri"/>
              </a:rPr>
              <a:t>Click to edit Master title style</a:t>
            </a:r>
            <a:endParaRPr lang="en-IN" sz="4400" b="0" u="none" strike="noStrike">
              <a:solidFill>
                <a:srgbClr val="000000"/>
              </a:solidFill>
              <a:effectLst/>
              <a:uFillTx/>
              <a:latin typeface="Arial"/>
            </a:endParaRPr>
          </a:p>
        </p:txBody>
      </p:sp>
      <p:sp>
        <p:nvSpPr>
          <p:cNvPr id="22" name="PlaceHolder 2"/>
          <p:cNvSpPr>
            <a:spLocks noGrp="1"/>
          </p:cNvSpPr>
          <p:nvPr>
            <p:ph type="body"/>
          </p:nvPr>
        </p:nvSpPr>
        <p:spPr>
          <a:xfrm>
            <a:off x="609480" y="1600200"/>
            <a:ext cx="10971360" cy="4524480"/>
          </a:xfrm>
          <a:prstGeom prst="rect">
            <a:avLst/>
          </a:prstGeom>
          <a:noFill/>
          <a:ln w="0">
            <a:noFill/>
          </a:ln>
        </p:spPr>
        <p:txBody>
          <a:bodyPr lIns="91440" tIns="45720" rIns="91440" bIns="45720" anchor="t">
            <a:noAutofit/>
          </a:bodyPr>
          <a:lstStyle/>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IN" sz="3200" b="0" u="none" strike="noStrike">
              <a:solidFill>
                <a:srgbClr val="000000"/>
              </a:solidFill>
              <a:effectLst/>
              <a:uFillTx/>
              <a:latin typeface="Arial"/>
            </a:endParaRP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IN" sz="2800" b="0" u="none" strike="noStrike">
              <a:solidFill>
                <a:srgbClr val="000000"/>
              </a:solidFill>
              <a:effectLst/>
              <a:uFillTx/>
              <a:latin typeface="Arial"/>
            </a:endParaRP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IN" sz="2400" b="0" u="none" strike="noStrike">
              <a:solidFill>
                <a:srgbClr val="000000"/>
              </a:solidFill>
              <a:effectLst/>
              <a:uFillTx/>
              <a:latin typeface="Arial"/>
            </a:endParaRP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IN" sz="2000" b="0" u="none" strike="noStrike">
              <a:solidFill>
                <a:srgbClr val="000000"/>
              </a:solidFill>
              <a:effectLst/>
              <a:uFillTx/>
              <a:latin typeface="Arial"/>
            </a:endParaRP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IN" sz="2000" b="0" u="none" strike="noStrike">
              <a:solidFill>
                <a:srgbClr val="000000"/>
              </a:solidFill>
              <a:effectLst/>
              <a:uFillTx/>
              <a:latin typeface="Arial"/>
            </a:endParaRPr>
          </a:p>
        </p:txBody>
      </p:sp>
      <p:sp>
        <p:nvSpPr>
          <p:cNvPr id="23" name="PlaceHolder 3"/>
          <p:cNvSpPr>
            <a:spLocks noGrp="1"/>
          </p:cNvSpPr>
          <p:nvPr>
            <p:ph type="dt" idx="13"/>
          </p:nvPr>
        </p:nvSpPr>
        <p:spPr>
          <a:xfrm>
            <a:off x="609480" y="6356520"/>
            <a:ext cx="2843640" cy="3636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4165560" y="6356520"/>
            <a:ext cx="3859200" cy="3636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8737560" y="6356520"/>
            <a:ext cx="284364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0441B8D5-F4CD-4C0C-B114-ECCA4F6EF5CD}"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Default">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4680"/>
            <a:ext cx="10971360" cy="1141560"/>
          </a:xfrm>
          <a:prstGeom prst="rect">
            <a:avLst/>
          </a:prstGeom>
          <a:noFill/>
          <a:ln w="0">
            <a:noFill/>
          </a:ln>
        </p:spPr>
        <p:txBody>
          <a:bodyPr lIns="91440" tIns="45720" rIns="91440" bIns="45720" anchor="ctr">
            <a:noAutofit/>
          </a:bodyPr>
          <a:lstStyle/>
          <a:p>
            <a:pPr indent="0" algn="ctr" defTabSz="914400">
              <a:lnSpc>
                <a:spcPct val="100000"/>
              </a:lnSpc>
              <a:buNone/>
              <a:tabLst>
                <a:tab pos="0" algn="l"/>
              </a:tabLst>
            </a:pPr>
            <a:r>
              <a:rPr lang="en-US" sz="4400" b="0" u="none" strike="noStrike">
                <a:solidFill>
                  <a:schemeClr val="dk1"/>
                </a:solidFill>
                <a:effectLst/>
                <a:uFillTx/>
                <a:latin typeface="Calibri"/>
              </a:rPr>
              <a:t>Click to edit Master title style</a:t>
            </a:r>
            <a:endParaRPr lang="en-IN" sz="4400" b="0" u="none" strike="noStrike">
              <a:solidFill>
                <a:srgbClr val="000000"/>
              </a:solidFill>
              <a:effectLst/>
              <a:uFillTx/>
              <a:latin typeface="Arial"/>
            </a:endParaRPr>
          </a:p>
        </p:txBody>
      </p:sp>
      <p:sp>
        <p:nvSpPr>
          <p:cNvPr id="27" name="PlaceHolder 2"/>
          <p:cNvSpPr>
            <a:spLocks noGrp="1"/>
          </p:cNvSpPr>
          <p:nvPr>
            <p:ph type="body"/>
          </p:nvPr>
        </p:nvSpPr>
        <p:spPr>
          <a:xfrm>
            <a:off x="609480" y="1600200"/>
            <a:ext cx="10971360" cy="4524480"/>
          </a:xfrm>
          <a:prstGeom prst="rect">
            <a:avLst/>
          </a:prstGeom>
          <a:noFill/>
          <a:ln w="0">
            <a:noFill/>
          </a:ln>
        </p:spPr>
        <p:txBody>
          <a:bodyPr lIns="91440" tIns="45720" rIns="91440" bIns="45720" anchor="t">
            <a:noAutofit/>
          </a:bodyPr>
          <a:lstStyle/>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IN" sz="3200" b="0" u="none" strike="noStrike">
              <a:solidFill>
                <a:srgbClr val="000000"/>
              </a:solidFill>
              <a:effectLst/>
              <a:uFillTx/>
              <a:latin typeface="Arial"/>
            </a:endParaRP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IN" sz="2800" b="0" u="none" strike="noStrike">
              <a:solidFill>
                <a:srgbClr val="000000"/>
              </a:solidFill>
              <a:effectLst/>
              <a:uFillTx/>
              <a:latin typeface="Arial"/>
            </a:endParaRP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IN" sz="2400" b="0" u="none" strike="noStrike">
              <a:solidFill>
                <a:srgbClr val="000000"/>
              </a:solidFill>
              <a:effectLst/>
              <a:uFillTx/>
              <a:latin typeface="Arial"/>
            </a:endParaRP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IN" sz="2000" b="0" u="none" strike="noStrike">
              <a:solidFill>
                <a:srgbClr val="000000"/>
              </a:solidFill>
              <a:effectLst/>
              <a:uFillTx/>
              <a:latin typeface="Arial"/>
            </a:endParaRP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IN" sz="2000" b="0" u="none" strike="noStrike">
              <a:solidFill>
                <a:srgbClr val="000000"/>
              </a:solidFill>
              <a:effectLst/>
              <a:uFillTx/>
              <a:latin typeface="Arial"/>
            </a:endParaRPr>
          </a:p>
        </p:txBody>
      </p:sp>
      <p:sp>
        <p:nvSpPr>
          <p:cNvPr id="28" name="PlaceHolder 3"/>
          <p:cNvSpPr>
            <a:spLocks noGrp="1"/>
          </p:cNvSpPr>
          <p:nvPr>
            <p:ph type="dt" idx="16"/>
          </p:nvPr>
        </p:nvSpPr>
        <p:spPr>
          <a:xfrm>
            <a:off x="609480" y="6356520"/>
            <a:ext cx="2843640" cy="3636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29" name="PlaceHolder 4"/>
          <p:cNvSpPr>
            <a:spLocks noGrp="1"/>
          </p:cNvSpPr>
          <p:nvPr>
            <p:ph type="ftr" idx="17"/>
          </p:nvPr>
        </p:nvSpPr>
        <p:spPr>
          <a:xfrm>
            <a:off x="4165560" y="6356520"/>
            <a:ext cx="3859200" cy="3636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30" name="PlaceHolder 5"/>
          <p:cNvSpPr>
            <a:spLocks noGrp="1"/>
          </p:cNvSpPr>
          <p:nvPr>
            <p:ph type="sldNum" idx="18"/>
          </p:nvPr>
        </p:nvSpPr>
        <p:spPr>
          <a:xfrm>
            <a:off x="8737560" y="6356520"/>
            <a:ext cx="284364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665A6321-19C7-4558-A451-72DF10458985}"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963000" y="4406760"/>
            <a:ext cx="10361880" cy="1360800"/>
          </a:xfrm>
          <a:prstGeom prst="rect">
            <a:avLst/>
          </a:prstGeom>
          <a:noFill/>
          <a:ln w="0">
            <a:noFill/>
          </a:ln>
        </p:spPr>
        <p:txBody>
          <a:bodyPr lIns="91440" tIns="45720" rIns="91440" bIns="45720" anchor="t">
            <a:noAutofit/>
          </a:bodyPr>
          <a:lstStyle/>
          <a:p>
            <a:pPr indent="0" defTabSz="914400">
              <a:lnSpc>
                <a:spcPct val="100000"/>
              </a:lnSpc>
              <a:buNone/>
              <a:tabLst>
                <a:tab pos="0" algn="l"/>
              </a:tabLst>
            </a:pPr>
            <a:r>
              <a:rPr lang="en-US" sz="4000" b="1" u="none" strike="noStrike" cap="all">
                <a:solidFill>
                  <a:schemeClr val="dk1"/>
                </a:solidFill>
                <a:effectLst/>
                <a:uFillTx/>
                <a:latin typeface="Calibri"/>
              </a:rPr>
              <a:t>Click to edit Master title style</a:t>
            </a:r>
            <a:endParaRPr lang="en-IN" sz="4000" b="0" u="none" strike="noStrike">
              <a:solidFill>
                <a:srgbClr val="000000"/>
              </a:solidFill>
              <a:effectLst/>
              <a:uFillTx/>
              <a:latin typeface="Arial"/>
            </a:endParaRPr>
          </a:p>
        </p:txBody>
      </p:sp>
      <p:sp>
        <p:nvSpPr>
          <p:cNvPr id="32" name="PlaceHolder 2"/>
          <p:cNvSpPr>
            <a:spLocks noGrp="1"/>
          </p:cNvSpPr>
          <p:nvPr>
            <p:ph type="body"/>
          </p:nvPr>
        </p:nvSpPr>
        <p:spPr>
          <a:xfrm>
            <a:off x="963000" y="2906640"/>
            <a:ext cx="10361880" cy="1498680"/>
          </a:xfrm>
          <a:prstGeom prst="rect">
            <a:avLst/>
          </a:prstGeom>
          <a:noFill/>
          <a:ln w="0">
            <a:noFill/>
          </a:ln>
        </p:spPr>
        <p:txBody>
          <a:bodyPr lIns="91440" tIns="45720" rIns="91440" bIns="45720" anchor="b">
            <a:noAutofit/>
          </a:bodyPr>
          <a:lstStyle/>
          <a:p>
            <a:pPr marL="228600" indent="0" defTabSz="9144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IN" sz="2000" b="0" u="none" strike="noStrike">
              <a:solidFill>
                <a:srgbClr val="000000"/>
              </a:solidFill>
              <a:effectLst/>
              <a:uFillTx/>
              <a:latin typeface="Arial"/>
            </a:endParaRPr>
          </a:p>
        </p:txBody>
      </p:sp>
      <p:sp>
        <p:nvSpPr>
          <p:cNvPr id="33" name="PlaceHolder 3"/>
          <p:cNvSpPr>
            <a:spLocks noGrp="1"/>
          </p:cNvSpPr>
          <p:nvPr>
            <p:ph type="dt" idx="19"/>
          </p:nvPr>
        </p:nvSpPr>
        <p:spPr>
          <a:xfrm>
            <a:off x="609480" y="6356520"/>
            <a:ext cx="2843640" cy="3636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34" name="PlaceHolder 4"/>
          <p:cNvSpPr>
            <a:spLocks noGrp="1"/>
          </p:cNvSpPr>
          <p:nvPr>
            <p:ph type="ftr" idx="20"/>
          </p:nvPr>
        </p:nvSpPr>
        <p:spPr>
          <a:xfrm>
            <a:off x="4165560" y="6356520"/>
            <a:ext cx="3859200" cy="3636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35" name="PlaceHolder 5"/>
          <p:cNvSpPr>
            <a:spLocks noGrp="1"/>
          </p:cNvSpPr>
          <p:nvPr>
            <p:ph type="sldNum" idx="21"/>
          </p:nvPr>
        </p:nvSpPr>
        <p:spPr>
          <a:xfrm>
            <a:off x="8737560" y="6356520"/>
            <a:ext cx="284364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3E0F9BCE-452A-4C24-9FCB-3DE23D3510D9}"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609480" y="274680"/>
            <a:ext cx="10971360" cy="1141560"/>
          </a:xfrm>
          <a:prstGeom prst="rect">
            <a:avLst/>
          </a:prstGeom>
          <a:noFill/>
          <a:ln w="0">
            <a:noFill/>
          </a:ln>
        </p:spPr>
        <p:txBody>
          <a:bodyPr lIns="91440" tIns="45720" rIns="91440" bIns="45720" anchor="ctr">
            <a:noAutofit/>
          </a:bodyPr>
          <a:lstStyle/>
          <a:p>
            <a:pPr indent="0" algn="ctr" defTabSz="914400">
              <a:lnSpc>
                <a:spcPct val="100000"/>
              </a:lnSpc>
              <a:buNone/>
              <a:tabLst>
                <a:tab pos="0" algn="l"/>
              </a:tabLst>
            </a:pPr>
            <a:r>
              <a:rPr lang="en-US" sz="4400" b="0" u="none" strike="noStrike">
                <a:solidFill>
                  <a:schemeClr val="dk1"/>
                </a:solidFill>
                <a:effectLst/>
                <a:uFillTx/>
                <a:latin typeface="Calibri"/>
              </a:rPr>
              <a:t>Click to edit Master title style</a:t>
            </a:r>
            <a:endParaRPr lang="en-IN" sz="4400" b="0" u="none" strike="noStrike">
              <a:solidFill>
                <a:srgbClr val="000000"/>
              </a:solidFill>
              <a:effectLst/>
              <a:uFillTx/>
              <a:latin typeface="Arial"/>
            </a:endParaRPr>
          </a:p>
        </p:txBody>
      </p:sp>
      <p:sp>
        <p:nvSpPr>
          <p:cNvPr id="37" name="PlaceHolder 2"/>
          <p:cNvSpPr>
            <a:spLocks noGrp="1"/>
          </p:cNvSpPr>
          <p:nvPr>
            <p:ph type="body"/>
          </p:nvPr>
        </p:nvSpPr>
        <p:spPr>
          <a:xfrm>
            <a:off x="791640" y="1600200"/>
            <a:ext cx="7030080" cy="4524480"/>
          </a:xfrm>
          <a:prstGeom prst="rect">
            <a:avLst/>
          </a:prstGeom>
          <a:noFill/>
          <a:ln w="0">
            <a:noFill/>
          </a:ln>
        </p:spPr>
        <p:txBody>
          <a:bodyPr lIns="91440" tIns="45720" rIns="91440" bIns="45720" anchor="t">
            <a:noAutofit/>
          </a:bodyPr>
          <a:lstStyle/>
          <a:p>
            <a:pPr marL="343080" indent="-34308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IN" sz="2800" b="0" u="none" strike="noStrike">
              <a:solidFill>
                <a:srgbClr val="000000"/>
              </a:solidFill>
              <a:effectLst/>
              <a:uFillTx/>
              <a:latin typeface="Arial"/>
            </a:endParaRPr>
          </a:p>
          <a:p>
            <a:pPr marL="743040" lvl="1" indent="-28584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IN" sz="2400" b="0" u="none" strike="noStrike">
              <a:solidFill>
                <a:srgbClr val="000000"/>
              </a:solidFill>
              <a:effectLst/>
              <a:uFillTx/>
              <a:latin typeface="Arial"/>
            </a:endParaRPr>
          </a:p>
          <a:p>
            <a:pPr marL="1143000" lvl="2"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IN" sz="2000" b="0" u="none" strike="noStrike">
              <a:solidFill>
                <a:srgbClr val="000000"/>
              </a:solidFill>
              <a:effectLst/>
              <a:uFillTx/>
              <a:latin typeface="Arial"/>
            </a:endParaRPr>
          </a:p>
          <a:p>
            <a:pPr marL="1600200" lvl="3"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IN" sz="1800" b="0" u="none" strike="noStrike">
              <a:solidFill>
                <a:srgbClr val="000000"/>
              </a:solidFill>
              <a:effectLst/>
              <a:uFillTx/>
              <a:latin typeface="Arial"/>
            </a:endParaRPr>
          </a:p>
          <a:p>
            <a:pPr marL="2057400" lvl="4"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IN" sz="1800" b="0" u="none" strike="noStrike">
              <a:solidFill>
                <a:srgbClr val="000000"/>
              </a:solidFill>
              <a:effectLst/>
              <a:uFillTx/>
              <a:latin typeface="Arial"/>
            </a:endParaRPr>
          </a:p>
        </p:txBody>
      </p:sp>
      <p:sp>
        <p:nvSpPr>
          <p:cNvPr id="38" name="PlaceHolder 3"/>
          <p:cNvSpPr>
            <a:spLocks noGrp="1"/>
          </p:cNvSpPr>
          <p:nvPr>
            <p:ph type="body"/>
          </p:nvPr>
        </p:nvSpPr>
        <p:spPr>
          <a:xfrm>
            <a:off x="8026200" y="1600200"/>
            <a:ext cx="7030080" cy="4524480"/>
          </a:xfrm>
          <a:prstGeom prst="rect">
            <a:avLst/>
          </a:prstGeom>
          <a:noFill/>
          <a:ln w="0">
            <a:noFill/>
          </a:ln>
        </p:spPr>
        <p:txBody>
          <a:bodyPr lIns="91440" tIns="45720" rIns="91440" bIns="45720" anchor="t">
            <a:noAutofit/>
          </a:bodyPr>
          <a:lstStyle/>
          <a:p>
            <a:pPr marL="343080" indent="-34308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IN" sz="2800" b="0" u="none" strike="noStrike">
              <a:solidFill>
                <a:srgbClr val="000000"/>
              </a:solidFill>
              <a:effectLst/>
              <a:uFillTx/>
              <a:latin typeface="Arial"/>
            </a:endParaRPr>
          </a:p>
          <a:p>
            <a:pPr marL="743040" lvl="1" indent="-28584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IN" sz="2400" b="0" u="none" strike="noStrike">
              <a:solidFill>
                <a:srgbClr val="000000"/>
              </a:solidFill>
              <a:effectLst/>
              <a:uFillTx/>
              <a:latin typeface="Arial"/>
            </a:endParaRPr>
          </a:p>
          <a:p>
            <a:pPr marL="1143000" lvl="2"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IN" sz="2000" b="0" u="none" strike="noStrike">
              <a:solidFill>
                <a:srgbClr val="000000"/>
              </a:solidFill>
              <a:effectLst/>
              <a:uFillTx/>
              <a:latin typeface="Arial"/>
            </a:endParaRPr>
          </a:p>
          <a:p>
            <a:pPr marL="1600200" lvl="3"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IN" sz="1800" b="0" u="none" strike="noStrike">
              <a:solidFill>
                <a:srgbClr val="000000"/>
              </a:solidFill>
              <a:effectLst/>
              <a:uFillTx/>
              <a:latin typeface="Arial"/>
            </a:endParaRPr>
          </a:p>
          <a:p>
            <a:pPr marL="2057400" lvl="4"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IN" sz="1800" b="0" u="none" strike="noStrike">
              <a:solidFill>
                <a:srgbClr val="000000"/>
              </a:solidFill>
              <a:effectLst/>
              <a:uFillTx/>
              <a:latin typeface="Arial"/>
            </a:endParaRPr>
          </a:p>
        </p:txBody>
      </p:sp>
      <p:sp>
        <p:nvSpPr>
          <p:cNvPr id="39" name="PlaceHolder 4"/>
          <p:cNvSpPr>
            <a:spLocks noGrp="1"/>
          </p:cNvSpPr>
          <p:nvPr>
            <p:ph type="dt" idx="22"/>
          </p:nvPr>
        </p:nvSpPr>
        <p:spPr>
          <a:xfrm>
            <a:off x="609480" y="6356520"/>
            <a:ext cx="2843640" cy="3636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40" name="PlaceHolder 5"/>
          <p:cNvSpPr>
            <a:spLocks noGrp="1"/>
          </p:cNvSpPr>
          <p:nvPr>
            <p:ph type="ftr" idx="23"/>
          </p:nvPr>
        </p:nvSpPr>
        <p:spPr>
          <a:xfrm>
            <a:off x="4165560" y="6356520"/>
            <a:ext cx="3859200" cy="3636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41" name="PlaceHolder 6"/>
          <p:cNvSpPr>
            <a:spLocks noGrp="1"/>
          </p:cNvSpPr>
          <p:nvPr>
            <p:ph type="sldNum" idx="24"/>
          </p:nvPr>
        </p:nvSpPr>
        <p:spPr>
          <a:xfrm>
            <a:off x="8737560" y="6356520"/>
            <a:ext cx="284364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1C44B9CA-2ECA-4C80-9310-4ED96D682A1A}"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4680"/>
            <a:ext cx="10971360" cy="1141560"/>
          </a:xfrm>
          <a:prstGeom prst="rect">
            <a:avLst/>
          </a:prstGeom>
          <a:noFill/>
          <a:ln w="0">
            <a:noFill/>
          </a:ln>
        </p:spPr>
        <p:txBody>
          <a:bodyPr lIns="91440" tIns="45720" rIns="91440" bIns="45720" anchor="ctr">
            <a:noAutofit/>
          </a:bodyPr>
          <a:lstStyle/>
          <a:p>
            <a:pPr indent="0" algn="ctr" defTabSz="914400">
              <a:lnSpc>
                <a:spcPct val="100000"/>
              </a:lnSpc>
              <a:buNone/>
              <a:tabLst>
                <a:tab pos="0" algn="l"/>
              </a:tabLst>
            </a:pPr>
            <a:r>
              <a:rPr lang="en-US" sz="4400" b="0" u="none" strike="noStrike">
                <a:solidFill>
                  <a:schemeClr val="dk1"/>
                </a:solidFill>
                <a:effectLst/>
                <a:uFillTx/>
                <a:latin typeface="Calibri"/>
              </a:rPr>
              <a:t>Click to edit Master title style</a:t>
            </a:r>
            <a:endParaRPr lang="en-IN" sz="4400" b="0" u="none" strike="noStrike">
              <a:solidFill>
                <a:srgbClr val="000000"/>
              </a:solidFill>
              <a:effectLst/>
              <a:uFillTx/>
              <a:latin typeface="Arial"/>
            </a:endParaRPr>
          </a:p>
        </p:txBody>
      </p:sp>
      <p:sp>
        <p:nvSpPr>
          <p:cNvPr id="43" name="PlaceHolder 2"/>
          <p:cNvSpPr>
            <a:spLocks noGrp="1"/>
          </p:cNvSpPr>
          <p:nvPr>
            <p:ph type="body"/>
          </p:nvPr>
        </p:nvSpPr>
        <p:spPr>
          <a:xfrm>
            <a:off x="609480" y="1535040"/>
            <a:ext cx="5385600" cy="638280"/>
          </a:xfrm>
          <a:prstGeom prst="rect">
            <a:avLst/>
          </a:prstGeom>
          <a:noFill/>
          <a:ln w="0">
            <a:noFill/>
          </a:ln>
        </p:spPr>
        <p:txBody>
          <a:bodyPr lIns="91440" tIns="45720" rIns="91440" bIns="45720" anchor="b">
            <a:noAutofit/>
          </a:bodyPr>
          <a:lstStyle/>
          <a:p>
            <a:pPr marL="228600" indent="0"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IN" sz="2400" b="0" u="none" strike="noStrike">
              <a:solidFill>
                <a:srgbClr val="000000"/>
              </a:solidFill>
              <a:effectLst/>
              <a:uFillTx/>
              <a:latin typeface="Arial"/>
            </a:endParaRPr>
          </a:p>
        </p:txBody>
      </p:sp>
      <p:sp>
        <p:nvSpPr>
          <p:cNvPr id="44" name="PlaceHolder 3"/>
          <p:cNvSpPr>
            <a:spLocks noGrp="1"/>
          </p:cNvSpPr>
          <p:nvPr>
            <p:ph type="body"/>
          </p:nvPr>
        </p:nvSpPr>
        <p:spPr>
          <a:xfrm>
            <a:off x="609480" y="2174760"/>
            <a:ext cx="5385600" cy="3949920"/>
          </a:xfrm>
          <a:prstGeom prst="rect">
            <a:avLst/>
          </a:prstGeom>
          <a:noFill/>
          <a:ln w="0">
            <a:noFill/>
          </a:ln>
        </p:spPr>
        <p:txBody>
          <a:bodyPr lIns="91440" tIns="45720" rIns="91440" bIns="45720" anchor="t">
            <a:noAutofit/>
          </a:bodyPr>
          <a:lstStyle/>
          <a:p>
            <a:pPr marL="343080" indent="-34308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endParaRPr lang="en-IN" sz="2400" b="0" u="none" strike="noStrike">
              <a:solidFill>
                <a:srgbClr val="000000"/>
              </a:solidFill>
              <a:effectLst/>
              <a:uFillTx/>
              <a:latin typeface="Arial"/>
            </a:endParaRPr>
          </a:p>
          <a:p>
            <a:pPr marL="743040" lvl="1" indent="-28584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endParaRPr lang="en-IN" sz="2000" b="0" u="none" strike="noStrike">
              <a:solidFill>
                <a:srgbClr val="000000"/>
              </a:solidFill>
              <a:effectLst/>
              <a:uFillTx/>
              <a:latin typeface="Arial"/>
            </a:endParaRPr>
          </a:p>
          <a:p>
            <a:pPr marL="1143000" lvl="2"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endParaRPr lang="en-IN" sz="1800" b="0" u="none" strike="noStrike">
              <a:solidFill>
                <a:srgbClr val="000000"/>
              </a:solidFill>
              <a:effectLst/>
              <a:uFillTx/>
              <a:latin typeface="Arial"/>
            </a:endParaRPr>
          </a:p>
          <a:p>
            <a:pPr marL="1600200" lvl="3"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endParaRPr lang="en-IN" sz="1600" b="0" u="none" strike="noStrike">
              <a:solidFill>
                <a:srgbClr val="000000"/>
              </a:solidFill>
              <a:effectLst/>
              <a:uFillTx/>
              <a:latin typeface="Arial"/>
            </a:endParaRPr>
          </a:p>
          <a:p>
            <a:pPr marL="2057400" lvl="4"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endParaRPr lang="en-IN" sz="1600" b="0" u="none" strike="noStrike">
              <a:solidFill>
                <a:srgbClr val="000000"/>
              </a:solidFill>
              <a:effectLst/>
              <a:uFillTx/>
              <a:latin typeface="Arial"/>
            </a:endParaRPr>
          </a:p>
        </p:txBody>
      </p:sp>
      <p:sp>
        <p:nvSpPr>
          <p:cNvPr id="45" name="PlaceHolder 4"/>
          <p:cNvSpPr>
            <a:spLocks noGrp="1"/>
          </p:cNvSpPr>
          <p:nvPr>
            <p:ph type="body"/>
          </p:nvPr>
        </p:nvSpPr>
        <p:spPr>
          <a:xfrm>
            <a:off x="6193440" y="1535040"/>
            <a:ext cx="5387400" cy="638280"/>
          </a:xfrm>
          <a:prstGeom prst="rect">
            <a:avLst/>
          </a:prstGeom>
          <a:noFill/>
          <a:ln w="0">
            <a:noFill/>
          </a:ln>
        </p:spPr>
        <p:txBody>
          <a:bodyPr lIns="91440" tIns="45720" rIns="91440" bIns="45720" anchor="b">
            <a:noAutofit/>
          </a:bodyPr>
          <a:lstStyle/>
          <a:p>
            <a:pPr marL="228600" indent="0"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IN" sz="2400" b="0" u="none" strike="noStrike">
              <a:solidFill>
                <a:srgbClr val="000000"/>
              </a:solidFill>
              <a:effectLst/>
              <a:uFillTx/>
              <a:latin typeface="Arial"/>
            </a:endParaRPr>
          </a:p>
        </p:txBody>
      </p:sp>
      <p:sp>
        <p:nvSpPr>
          <p:cNvPr id="46" name="PlaceHolder 5"/>
          <p:cNvSpPr>
            <a:spLocks noGrp="1"/>
          </p:cNvSpPr>
          <p:nvPr>
            <p:ph type="body"/>
          </p:nvPr>
        </p:nvSpPr>
        <p:spPr>
          <a:xfrm>
            <a:off x="6193440" y="2174760"/>
            <a:ext cx="5387400" cy="3949920"/>
          </a:xfrm>
          <a:prstGeom prst="rect">
            <a:avLst/>
          </a:prstGeom>
          <a:noFill/>
          <a:ln w="0">
            <a:noFill/>
          </a:ln>
        </p:spPr>
        <p:txBody>
          <a:bodyPr lIns="91440" tIns="45720" rIns="91440" bIns="45720" anchor="t">
            <a:noAutofit/>
          </a:bodyPr>
          <a:lstStyle/>
          <a:p>
            <a:pPr marL="343080" indent="-34308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endParaRPr lang="en-IN" sz="2400" b="0" u="none" strike="noStrike">
              <a:solidFill>
                <a:srgbClr val="000000"/>
              </a:solidFill>
              <a:effectLst/>
              <a:uFillTx/>
              <a:latin typeface="Arial"/>
            </a:endParaRPr>
          </a:p>
          <a:p>
            <a:pPr marL="743040" lvl="1" indent="-28584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endParaRPr lang="en-IN" sz="2000" b="0" u="none" strike="noStrike">
              <a:solidFill>
                <a:srgbClr val="000000"/>
              </a:solidFill>
              <a:effectLst/>
              <a:uFillTx/>
              <a:latin typeface="Arial"/>
            </a:endParaRPr>
          </a:p>
          <a:p>
            <a:pPr marL="1143000" lvl="2"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endParaRPr lang="en-IN" sz="1800" b="0" u="none" strike="noStrike">
              <a:solidFill>
                <a:srgbClr val="000000"/>
              </a:solidFill>
              <a:effectLst/>
              <a:uFillTx/>
              <a:latin typeface="Arial"/>
            </a:endParaRPr>
          </a:p>
          <a:p>
            <a:pPr marL="1600200" lvl="3"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endParaRPr lang="en-IN" sz="1600" b="0" u="none" strike="noStrike">
              <a:solidFill>
                <a:srgbClr val="000000"/>
              </a:solidFill>
              <a:effectLst/>
              <a:uFillTx/>
              <a:latin typeface="Arial"/>
            </a:endParaRPr>
          </a:p>
          <a:p>
            <a:pPr marL="2057400" lvl="4"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endParaRPr lang="en-IN" sz="1600" b="0" u="none" strike="noStrike">
              <a:solidFill>
                <a:srgbClr val="000000"/>
              </a:solidFill>
              <a:effectLst/>
              <a:uFillTx/>
              <a:latin typeface="Arial"/>
            </a:endParaRPr>
          </a:p>
        </p:txBody>
      </p:sp>
      <p:sp>
        <p:nvSpPr>
          <p:cNvPr id="47" name="PlaceHolder 6"/>
          <p:cNvSpPr>
            <a:spLocks noGrp="1"/>
          </p:cNvSpPr>
          <p:nvPr>
            <p:ph type="dt" idx="25"/>
          </p:nvPr>
        </p:nvSpPr>
        <p:spPr>
          <a:xfrm>
            <a:off x="609480" y="6356520"/>
            <a:ext cx="2843640" cy="3636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48" name="PlaceHolder 7"/>
          <p:cNvSpPr>
            <a:spLocks noGrp="1"/>
          </p:cNvSpPr>
          <p:nvPr>
            <p:ph type="ftr" idx="26"/>
          </p:nvPr>
        </p:nvSpPr>
        <p:spPr>
          <a:xfrm>
            <a:off x="4165560" y="6356520"/>
            <a:ext cx="3859200" cy="3636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49" name="PlaceHolder 8"/>
          <p:cNvSpPr>
            <a:spLocks noGrp="1"/>
          </p:cNvSpPr>
          <p:nvPr>
            <p:ph type="sldNum" idx="27"/>
          </p:nvPr>
        </p:nvSpPr>
        <p:spPr>
          <a:xfrm>
            <a:off x="8737560" y="6356520"/>
            <a:ext cx="284364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564FFF37-A298-45A3-9C4C-4B6B6AC277EF}"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4680"/>
            <a:ext cx="10971360" cy="1141560"/>
          </a:xfrm>
          <a:prstGeom prst="rect">
            <a:avLst/>
          </a:prstGeom>
          <a:noFill/>
          <a:ln w="0">
            <a:noFill/>
          </a:ln>
        </p:spPr>
        <p:txBody>
          <a:bodyPr lIns="91440" tIns="45720" rIns="91440" bIns="45720" anchor="ctr">
            <a:noAutofit/>
          </a:bodyPr>
          <a:lstStyle/>
          <a:p>
            <a:pPr indent="0" algn="ctr" defTabSz="914400">
              <a:lnSpc>
                <a:spcPct val="100000"/>
              </a:lnSpc>
              <a:buNone/>
              <a:tabLst>
                <a:tab pos="0" algn="l"/>
              </a:tabLst>
            </a:pPr>
            <a:r>
              <a:rPr lang="en-US" sz="4400" b="0" u="none" strike="noStrike">
                <a:solidFill>
                  <a:schemeClr val="dk1"/>
                </a:solidFill>
                <a:effectLst/>
                <a:uFillTx/>
                <a:latin typeface="Calibri"/>
              </a:rPr>
              <a:t>Click to edit Master title style</a:t>
            </a:r>
            <a:endParaRPr lang="en-IN" sz="4400" b="0" u="none" strike="noStrike">
              <a:solidFill>
                <a:srgbClr val="000000"/>
              </a:solidFill>
              <a:effectLst/>
              <a:uFillTx/>
              <a:latin typeface="Arial"/>
            </a:endParaRPr>
          </a:p>
        </p:txBody>
      </p:sp>
      <p:sp>
        <p:nvSpPr>
          <p:cNvPr id="51" name="PlaceHolder 2"/>
          <p:cNvSpPr>
            <a:spLocks noGrp="1"/>
          </p:cNvSpPr>
          <p:nvPr>
            <p:ph type="dt" idx="28"/>
          </p:nvPr>
        </p:nvSpPr>
        <p:spPr>
          <a:xfrm>
            <a:off x="609480" y="6356520"/>
            <a:ext cx="2843640" cy="3636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52" name="PlaceHolder 3"/>
          <p:cNvSpPr>
            <a:spLocks noGrp="1"/>
          </p:cNvSpPr>
          <p:nvPr>
            <p:ph type="ftr" idx="29"/>
          </p:nvPr>
        </p:nvSpPr>
        <p:spPr>
          <a:xfrm>
            <a:off x="4165560" y="6356520"/>
            <a:ext cx="3859200" cy="3636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53" name="PlaceHolder 4"/>
          <p:cNvSpPr>
            <a:spLocks noGrp="1"/>
          </p:cNvSpPr>
          <p:nvPr>
            <p:ph type="sldNum" idx="30"/>
          </p:nvPr>
        </p:nvSpPr>
        <p:spPr>
          <a:xfrm>
            <a:off x="8737560" y="6356520"/>
            <a:ext cx="284364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5DA51188-2F05-4E86-AE49-260217B3B9A5}"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914760" y="2130480"/>
            <a:ext cx="10361880" cy="1468440"/>
          </a:xfrm>
          <a:prstGeom prst="rect">
            <a:avLst/>
          </a:prstGeom>
          <a:noFill/>
          <a:ln w="0">
            <a:noFill/>
          </a:ln>
        </p:spPr>
        <p:txBody>
          <a:bodyPr lIns="91440" tIns="45720" rIns="91440" bIns="45720" anchor="ctr">
            <a:noAutofit/>
          </a:bodyPr>
          <a:lstStyle/>
          <a:p>
            <a:pPr indent="0" algn="ctr" defTabSz="914400">
              <a:lnSpc>
                <a:spcPct val="100000"/>
              </a:lnSpc>
              <a:buNone/>
              <a:tabLst>
                <a:tab pos="0" algn="l"/>
              </a:tabLst>
            </a:pPr>
            <a:r>
              <a:rPr lang="en-US" sz="4400" b="0" u="none" strike="noStrike">
                <a:solidFill>
                  <a:schemeClr val="dk1"/>
                </a:solidFill>
                <a:effectLst/>
                <a:uFillTx/>
                <a:latin typeface="Calibri"/>
              </a:rPr>
              <a:t>Click to edit Master title style</a:t>
            </a:r>
            <a:endParaRPr lang="en-IN" sz="4400" b="0" u="none" strike="noStrike">
              <a:solidFill>
                <a:srgbClr val="000000"/>
              </a:solidFill>
              <a:effectLst/>
              <a:uFillTx/>
              <a:latin typeface="Arial"/>
            </a:endParaRPr>
          </a:p>
        </p:txBody>
      </p:sp>
      <p:sp>
        <p:nvSpPr>
          <p:cNvPr id="55" name="PlaceHolder 2"/>
          <p:cNvSpPr>
            <a:spLocks noGrp="1"/>
          </p:cNvSpPr>
          <p:nvPr>
            <p:ph type="dt" idx="31"/>
          </p:nvPr>
        </p:nvSpPr>
        <p:spPr>
          <a:xfrm>
            <a:off x="609480" y="6356520"/>
            <a:ext cx="2843640" cy="3636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56" name="PlaceHolder 3"/>
          <p:cNvSpPr>
            <a:spLocks noGrp="1"/>
          </p:cNvSpPr>
          <p:nvPr>
            <p:ph type="ftr" idx="32"/>
          </p:nvPr>
        </p:nvSpPr>
        <p:spPr>
          <a:xfrm>
            <a:off x="4165560" y="6356520"/>
            <a:ext cx="3859200" cy="3636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57" name="PlaceHolder 4"/>
          <p:cNvSpPr>
            <a:spLocks noGrp="1"/>
          </p:cNvSpPr>
          <p:nvPr>
            <p:ph type="sldNum" idx="33"/>
          </p:nvPr>
        </p:nvSpPr>
        <p:spPr>
          <a:xfrm>
            <a:off x="8737560" y="6356520"/>
            <a:ext cx="284364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46EE30C8-19C8-4BCC-8CB2-0008C34B4990}"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
        <p:nvSpPr>
          <p:cNvPr id="58" name="PlaceHolder 5"/>
          <p:cNvSpPr>
            <a:spLocks noGrp="1"/>
          </p:cNvSpPr>
          <p:nvPr>
            <p:ph type="body"/>
          </p:nvPr>
        </p:nvSpPr>
        <p:spPr>
          <a:xfrm>
            <a:off x="609480" y="1604520"/>
            <a:ext cx="10971360" cy="3976200"/>
          </a:xfrm>
          <a:prstGeom prst="rect">
            <a:avLst/>
          </a:prstGeom>
          <a:noFill/>
          <a:ln w="0">
            <a:noFill/>
          </a:ln>
        </p:spPr>
        <p:txBody>
          <a:bodyPr lIns="0" tIns="0" rIns="0" bIns="0" anchor="t">
            <a:normAutofit/>
          </a:bodyPr>
          <a:lstStyle/>
          <a:p>
            <a:pPr marL="432000" indent="-324000" defTabSz="9144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IN" sz="3200" b="0" u="none" strike="noStrike">
              <a:solidFill>
                <a:srgbClr val="000000"/>
              </a:solidFill>
              <a:effectLst/>
              <a:uFillTx/>
              <a:latin typeface="Arial"/>
            </a:endParaRPr>
          </a:p>
          <a:p>
            <a:pPr marL="864000" lvl="1" indent="-324000" defTabSz="914400">
              <a:lnSpc>
                <a:spcPct val="9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IN" sz="2400" b="0" u="none" strike="noStrike">
              <a:solidFill>
                <a:srgbClr val="000000"/>
              </a:solidFill>
              <a:effectLst/>
              <a:uFillTx/>
              <a:latin typeface="Arial"/>
            </a:endParaRPr>
          </a:p>
          <a:p>
            <a:pPr marL="1296000" lvl="2" indent="-288000" defTabSz="914400">
              <a:lnSpc>
                <a:spcPct val="9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IN" sz="2000" b="0" u="none" strike="noStrike">
              <a:solidFill>
                <a:srgbClr val="000000"/>
              </a:solidFill>
              <a:effectLst/>
              <a:uFillTx/>
              <a:latin typeface="Arial"/>
            </a:endParaRPr>
          </a:p>
          <a:p>
            <a:pPr marL="1728000" lvl="3" indent="-216000" defTabSz="914400">
              <a:lnSpc>
                <a:spcPct val="9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IN" sz="2000" b="0" u="none" strike="noStrike">
              <a:solidFill>
                <a:srgbClr val="000000"/>
              </a:solidFill>
              <a:effectLst/>
              <a:uFillTx/>
              <a:latin typeface="Arial"/>
            </a:endParaRPr>
          </a:p>
          <a:p>
            <a:pPr marL="2160000" lvl="4" indent="-216000"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IN" sz="2000" b="0" u="none" strike="noStrike">
              <a:solidFill>
                <a:srgbClr val="000000"/>
              </a:solidFill>
              <a:effectLst/>
              <a:uFillTx/>
              <a:latin typeface="Arial"/>
            </a:endParaRPr>
          </a:p>
          <a:p>
            <a:pPr marL="2592000" lvl="5" indent="-216000"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IN" sz="2000" b="0" u="none" strike="noStrike">
              <a:solidFill>
                <a:srgbClr val="000000"/>
              </a:solidFill>
              <a:effectLst/>
              <a:uFillTx/>
              <a:latin typeface="Arial"/>
            </a:endParaRPr>
          </a:p>
          <a:p>
            <a:pPr marL="3024000" lvl="6" indent="-216000"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IN" sz="2000" b="0" u="none" strike="noStrike">
              <a:solidFill>
                <a:srgbClr val="000000"/>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59" name="PlaceHolder 1"/>
          <p:cNvSpPr>
            <a:spLocks noGrp="1"/>
          </p:cNvSpPr>
          <p:nvPr>
            <p:ph type="dt" idx="34"/>
          </p:nvPr>
        </p:nvSpPr>
        <p:spPr>
          <a:xfrm>
            <a:off x="609480" y="6356520"/>
            <a:ext cx="2843640" cy="3636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60" name="PlaceHolder 2"/>
          <p:cNvSpPr>
            <a:spLocks noGrp="1"/>
          </p:cNvSpPr>
          <p:nvPr>
            <p:ph type="ftr" idx="35"/>
          </p:nvPr>
        </p:nvSpPr>
        <p:spPr>
          <a:xfrm>
            <a:off x="4165560" y="6356520"/>
            <a:ext cx="3859200" cy="3636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61" name="PlaceHolder 3"/>
          <p:cNvSpPr>
            <a:spLocks noGrp="1"/>
          </p:cNvSpPr>
          <p:nvPr>
            <p:ph type="sldNum" idx="36"/>
          </p:nvPr>
        </p:nvSpPr>
        <p:spPr>
          <a:xfrm>
            <a:off x="8737560" y="6356520"/>
            <a:ext cx="284364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10EB6238-534F-44DF-976F-B9A8741983D6}"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62" name="PlaceHolder 1"/>
          <p:cNvSpPr>
            <a:spLocks noGrp="1"/>
          </p:cNvSpPr>
          <p:nvPr>
            <p:ph type="title"/>
          </p:nvPr>
        </p:nvSpPr>
        <p:spPr>
          <a:xfrm>
            <a:off x="609480" y="272880"/>
            <a:ext cx="4009680" cy="1160640"/>
          </a:xfrm>
          <a:prstGeom prst="rect">
            <a:avLst/>
          </a:prstGeom>
          <a:noFill/>
          <a:ln w="0">
            <a:noFill/>
          </a:ln>
        </p:spPr>
        <p:txBody>
          <a:bodyPr lIns="91440" tIns="45720" rIns="91440" bIns="45720" anchor="b">
            <a:noAutofit/>
          </a:bodyPr>
          <a:lstStyle/>
          <a:p>
            <a:pPr indent="0" defTabSz="914400">
              <a:lnSpc>
                <a:spcPct val="100000"/>
              </a:lnSpc>
              <a:buNone/>
              <a:tabLst>
                <a:tab pos="0" algn="l"/>
              </a:tabLst>
            </a:pPr>
            <a:r>
              <a:rPr lang="en-US" sz="2000" b="1" u="none" strike="noStrike">
                <a:solidFill>
                  <a:schemeClr val="dk1"/>
                </a:solidFill>
                <a:effectLst/>
                <a:uFillTx/>
                <a:latin typeface="Calibri"/>
              </a:rPr>
              <a:t>Click to edit Master title style</a:t>
            </a:r>
            <a:endParaRPr lang="en-IN" sz="2000" b="0" u="none" strike="noStrike">
              <a:solidFill>
                <a:srgbClr val="000000"/>
              </a:solidFill>
              <a:effectLst/>
              <a:uFillTx/>
              <a:latin typeface="Arial"/>
            </a:endParaRPr>
          </a:p>
        </p:txBody>
      </p:sp>
      <p:sp>
        <p:nvSpPr>
          <p:cNvPr id="63" name="PlaceHolder 2"/>
          <p:cNvSpPr>
            <a:spLocks noGrp="1"/>
          </p:cNvSpPr>
          <p:nvPr>
            <p:ph type="body"/>
          </p:nvPr>
        </p:nvSpPr>
        <p:spPr>
          <a:xfrm>
            <a:off x="4766760" y="272880"/>
            <a:ext cx="6814080" cy="5851800"/>
          </a:xfrm>
          <a:prstGeom prst="rect">
            <a:avLst/>
          </a:prstGeom>
          <a:noFill/>
          <a:ln w="0">
            <a:noFill/>
          </a:ln>
        </p:spPr>
        <p:txBody>
          <a:bodyPr lIns="91440" tIns="45720" rIns="91440" bIns="45720" anchor="t">
            <a:noAutofit/>
          </a:bodyPr>
          <a:lstStyle/>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IN" sz="3200" b="0" u="none" strike="noStrike">
              <a:solidFill>
                <a:srgbClr val="000000"/>
              </a:solidFill>
              <a:effectLst/>
              <a:uFillTx/>
              <a:latin typeface="Arial"/>
            </a:endParaRP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IN" sz="2800" b="0" u="none" strike="noStrike">
              <a:solidFill>
                <a:srgbClr val="000000"/>
              </a:solidFill>
              <a:effectLst/>
              <a:uFillTx/>
              <a:latin typeface="Arial"/>
            </a:endParaRP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IN" sz="2400" b="0" u="none" strike="noStrike">
              <a:solidFill>
                <a:srgbClr val="000000"/>
              </a:solidFill>
              <a:effectLst/>
              <a:uFillTx/>
              <a:latin typeface="Arial"/>
            </a:endParaRP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IN" sz="2000" b="0" u="none" strike="noStrike">
              <a:solidFill>
                <a:srgbClr val="000000"/>
              </a:solidFill>
              <a:effectLst/>
              <a:uFillTx/>
              <a:latin typeface="Arial"/>
            </a:endParaRP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IN" sz="2000" b="0" u="none" strike="noStrike">
              <a:solidFill>
                <a:srgbClr val="000000"/>
              </a:solidFill>
              <a:effectLst/>
              <a:uFillTx/>
              <a:latin typeface="Arial"/>
            </a:endParaRPr>
          </a:p>
        </p:txBody>
      </p:sp>
      <p:sp>
        <p:nvSpPr>
          <p:cNvPr id="64" name="PlaceHolder 3"/>
          <p:cNvSpPr>
            <a:spLocks noGrp="1"/>
          </p:cNvSpPr>
          <p:nvPr>
            <p:ph type="body"/>
          </p:nvPr>
        </p:nvSpPr>
        <p:spPr>
          <a:xfrm>
            <a:off x="609480" y="1434960"/>
            <a:ext cx="4009680" cy="4689720"/>
          </a:xfrm>
          <a:prstGeom prst="rect">
            <a:avLst/>
          </a:prstGeom>
          <a:noFill/>
          <a:ln w="0">
            <a:noFill/>
          </a:ln>
        </p:spPr>
        <p:txBody>
          <a:bodyPr lIns="91440" tIns="45720" rIns="91440" bIns="45720" anchor="t">
            <a:noAutofit/>
          </a:bodyPr>
          <a:lstStyle/>
          <a:p>
            <a:pPr marL="228600" indent="0"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IN" sz="1400" b="0" u="none" strike="noStrike">
              <a:solidFill>
                <a:srgbClr val="000000"/>
              </a:solidFill>
              <a:effectLst/>
              <a:uFillTx/>
              <a:latin typeface="Arial"/>
            </a:endParaRPr>
          </a:p>
        </p:txBody>
      </p:sp>
      <p:sp>
        <p:nvSpPr>
          <p:cNvPr id="65" name="PlaceHolder 4"/>
          <p:cNvSpPr>
            <a:spLocks noGrp="1"/>
          </p:cNvSpPr>
          <p:nvPr>
            <p:ph type="dt" idx="37"/>
          </p:nvPr>
        </p:nvSpPr>
        <p:spPr>
          <a:xfrm>
            <a:off x="609480" y="6356520"/>
            <a:ext cx="2843640" cy="36360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66" name="PlaceHolder 5"/>
          <p:cNvSpPr>
            <a:spLocks noGrp="1"/>
          </p:cNvSpPr>
          <p:nvPr>
            <p:ph type="ftr" idx="38"/>
          </p:nvPr>
        </p:nvSpPr>
        <p:spPr>
          <a:xfrm>
            <a:off x="4165560" y="6356520"/>
            <a:ext cx="3859200" cy="3636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67" name="PlaceHolder 6"/>
          <p:cNvSpPr>
            <a:spLocks noGrp="1"/>
          </p:cNvSpPr>
          <p:nvPr>
            <p:ph type="sldNum" idx="39"/>
          </p:nvPr>
        </p:nvSpPr>
        <p:spPr>
          <a:xfrm>
            <a:off x="8737560" y="6356520"/>
            <a:ext cx="284364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69D6990C-C1BE-4A76-AC3C-610EF6F05185}"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1209600" y="122760"/>
            <a:ext cx="10102680" cy="1265400"/>
          </a:xfrm>
          <a:prstGeom prst="rect">
            <a:avLst/>
          </a:prstGeom>
          <a:noFill/>
          <a:ln w="0">
            <a:noFill/>
          </a:ln>
        </p:spPr>
        <p:txBody>
          <a:bodyPr lIns="91440" tIns="45720" rIns="91440" bIns="45720" anchor="ctr" anchorCtr="1">
            <a:noAutofit/>
          </a:bodyPr>
          <a:lstStyle/>
          <a:p>
            <a:pPr indent="0" algn="ctr" defTabSz="914400">
              <a:lnSpc>
                <a:spcPct val="100000"/>
              </a:lnSpc>
              <a:buNone/>
              <a:tabLst>
                <a:tab pos="0" algn="l"/>
              </a:tabLst>
            </a:pPr>
            <a:r>
              <a:rPr lang="en-US" sz="3200" b="1" u="none" strike="noStrike">
                <a:solidFill>
                  <a:srgbClr val="000000"/>
                </a:solidFill>
                <a:effectLst/>
                <a:uFillTx/>
                <a:latin typeface="Times New Roman"/>
              </a:rPr>
              <a:t>KESHAV MEMORIAL ENGINEERING COLLEGE</a:t>
            </a:r>
            <a:br>
              <a:rPr sz="3200"/>
            </a:br>
            <a:r>
              <a:rPr lang="en-US" sz="2000" b="1" u="none" strike="noStrike">
                <a:solidFill>
                  <a:srgbClr val="000000"/>
                </a:solidFill>
                <a:effectLst/>
                <a:uFillTx/>
                <a:latin typeface="Times New Roman"/>
              </a:rPr>
              <a:t>A unit of Keshav Memorial Technical Educational Society (KMTES)</a:t>
            </a:r>
            <a:r>
              <a:rPr lang="en-US" sz="1050" b="1" u="none" strike="noStrike">
                <a:solidFill>
                  <a:srgbClr val="000000"/>
                </a:solidFill>
                <a:effectLst/>
                <a:uFillTx/>
                <a:latin typeface="Times New Roman"/>
              </a:rPr>
              <a:t> </a:t>
            </a:r>
            <a:br>
              <a:rPr sz="1050"/>
            </a:br>
            <a:r>
              <a:rPr lang="en-US" sz="1600" b="1" u="none" strike="noStrike">
                <a:solidFill>
                  <a:srgbClr val="000000"/>
                </a:solidFill>
                <a:effectLst/>
                <a:uFillTx/>
                <a:latin typeface="Times New Roman"/>
                <a:ea typeface="Times New Roman"/>
              </a:rPr>
              <a:t>(Approved by AICTE, New Delhi &amp; Affiliated to Osmania University, Hyderabad)</a:t>
            </a:r>
            <a:endParaRPr lang="en-IN" sz="1600" b="0" u="none" strike="noStrike">
              <a:solidFill>
                <a:srgbClr val="000000"/>
              </a:solidFill>
              <a:effectLst/>
              <a:uFillTx/>
              <a:latin typeface="Arial"/>
            </a:endParaRPr>
          </a:p>
        </p:txBody>
      </p:sp>
      <p:sp>
        <p:nvSpPr>
          <p:cNvPr id="76" name="PlaceHolder 2"/>
          <p:cNvSpPr>
            <a:spLocks noGrp="1"/>
          </p:cNvSpPr>
          <p:nvPr>
            <p:ph type="subTitle"/>
          </p:nvPr>
        </p:nvSpPr>
        <p:spPr>
          <a:xfrm>
            <a:off x="313920" y="1541520"/>
            <a:ext cx="11661120" cy="5243400"/>
          </a:xfrm>
          <a:prstGeom prst="rect">
            <a:avLst/>
          </a:prstGeom>
          <a:noFill/>
          <a:ln w="0">
            <a:noFill/>
          </a:ln>
        </p:spPr>
        <p:txBody>
          <a:bodyPr lIns="91440" tIns="45720" rIns="91440" bIns="45720" anchor="t" anchorCtr="1">
            <a:noAutofit/>
          </a:bodyPr>
          <a:lstStyle/>
          <a:p>
            <a:pPr indent="0" algn="ctr" defTabSz="914400">
              <a:lnSpc>
                <a:spcPct val="90000"/>
              </a:lnSpc>
              <a:spcBef>
                <a:spcPts val="283"/>
              </a:spcBef>
              <a:buNone/>
              <a:tabLst>
                <a:tab pos="0" algn="l"/>
              </a:tabLst>
            </a:pPr>
            <a:r>
              <a:rPr lang="en-US" sz="2800" b="1" u="none" strike="noStrike" dirty="0">
                <a:solidFill>
                  <a:srgbClr val="780373"/>
                </a:solidFill>
                <a:effectLst/>
                <a:uFillTx/>
                <a:latin typeface="Times New Roman"/>
              </a:rPr>
              <a:t>DEPARTMENT OF COMPUTER SCIENCE &amp; ENGINEERING</a:t>
            </a:r>
            <a:endParaRPr lang="en-IN" sz="2800" b="0" u="none" strike="noStrike" dirty="0">
              <a:solidFill>
                <a:srgbClr val="000000"/>
              </a:solidFill>
              <a:effectLst/>
              <a:uFillTx/>
              <a:latin typeface="Arial"/>
            </a:endParaRPr>
          </a:p>
          <a:p>
            <a:pPr indent="0" algn="ctr" defTabSz="914400">
              <a:lnSpc>
                <a:spcPct val="90000"/>
              </a:lnSpc>
              <a:spcBef>
                <a:spcPts val="283"/>
              </a:spcBef>
              <a:buNone/>
              <a:tabLst>
                <a:tab pos="0" algn="l"/>
              </a:tabLst>
            </a:pPr>
            <a:r>
              <a:rPr lang="en-IN" sz="2000" b="1" u="none" strike="noStrike" dirty="0">
                <a:solidFill>
                  <a:schemeClr val="dk1"/>
                </a:solidFill>
                <a:effectLst/>
                <a:uFillTx/>
                <a:latin typeface="Times New Roman"/>
              </a:rPr>
              <a:t>(CSE – C)</a:t>
            </a:r>
            <a:endParaRPr lang="en-IN" sz="2000" b="0" u="none" strike="noStrike" dirty="0">
              <a:solidFill>
                <a:srgbClr val="000000"/>
              </a:solidFill>
              <a:effectLst/>
              <a:uFillTx/>
              <a:latin typeface="Arial"/>
            </a:endParaRPr>
          </a:p>
          <a:p>
            <a:pPr indent="0" algn="ctr" defTabSz="914400">
              <a:lnSpc>
                <a:spcPct val="90000"/>
              </a:lnSpc>
              <a:spcBef>
                <a:spcPts val="283"/>
              </a:spcBef>
              <a:buNone/>
              <a:tabLst>
                <a:tab pos="0" algn="l"/>
              </a:tabLst>
            </a:pPr>
            <a:r>
              <a:rPr lang="en-US" sz="2800" b="1" u="none" strike="noStrike" dirty="0">
                <a:solidFill>
                  <a:srgbClr val="FF0000"/>
                </a:solidFill>
                <a:effectLst/>
                <a:uFillTx/>
                <a:latin typeface="Times New Roman"/>
              </a:rPr>
              <a:t>Mini Project Presentation on</a:t>
            </a:r>
            <a:endParaRPr lang="en-IN" sz="2800" b="0" u="none" strike="noStrike" dirty="0">
              <a:solidFill>
                <a:srgbClr val="000000"/>
              </a:solidFill>
              <a:effectLst/>
              <a:uFillTx/>
              <a:latin typeface="Arial"/>
            </a:endParaRPr>
          </a:p>
          <a:p>
            <a:pPr indent="0" algn="ctr" defTabSz="914400">
              <a:lnSpc>
                <a:spcPct val="90000"/>
              </a:lnSpc>
              <a:spcBef>
                <a:spcPts val="283"/>
              </a:spcBef>
              <a:buNone/>
              <a:tabLst>
                <a:tab pos="0" algn="l"/>
              </a:tabLst>
            </a:pPr>
            <a:endParaRPr lang="en-IN" sz="1050" b="0" u="none" strike="noStrike" dirty="0">
              <a:solidFill>
                <a:srgbClr val="000000"/>
              </a:solidFill>
              <a:effectLst/>
              <a:uFillTx/>
              <a:latin typeface="Arial"/>
            </a:endParaRPr>
          </a:p>
          <a:p>
            <a:pPr algn="ctr">
              <a:spcBef>
                <a:spcPts val="283"/>
              </a:spcBef>
              <a:tabLst>
                <a:tab pos="0" algn="l"/>
              </a:tabLst>
            </a:pPr>
            <a:r>
              <a:rPr lang="en-US" sz="2800" b="1" dirty="0">
                <a:latin typeface="Times New Roman"/>
              </a:rPr>
              <a:t>DCTM: Diffusion-Based Cyber Threat Modelling for Improved Intrusion Detection Performance</a:t>
            </a:r>
          </a:p>
          <a:p>
            <a:pPr algn="ctr">
              <a:spcBef>
                <a:spcPts val="283"/>
              </a:spcBef>
              <a:tabLst>
                <a:tab pos="0" algn="l"/>
              </a:tabLst>
            </a:pPr>
            <a:r>
              <a:rPr lang="en-US" sz="2800" b="1" u="none" strike="noStrike" dirty="0">
                <a:solidFill>
                  <a:srgbClr val="FF0000"/>
                </a:solidFill>
                <a:effectLst/>
                <a:uFillTx/>
                <a:latin typeface="Times New Roman"/>
              </a:rPr>
              <a:t>by</a:t>
            </a:r>
            <a:endParaRPr lang="en-IN" sz="2800" b="0" u="none" strike="noStrike" dirty="0">
              <a:solidFill>
                <a:srgbClr val="000000"/>
              </a:solidFill>
              <a:effectLst/>
              <a:uFillTx/>
              <a:latin typeface="Arial"/>
            </a:endParaRPr>
          </a:p>
          <a:p>
            <a:pPr indent="0" algn="ctr" defTabSz="914400">
              <a:lnSpc>
                <a:spcPct val="90000"/>
              </a:lnSpc>
              <a:spcBef>
                <a:spcPts val="283"/>
              </a:spcBef>
              <a:buNone/>
              <a:tabLst>
                <a:tab pos="0" algn="l"/>
              </a:tabLst>
            </a:pPr>
            <a:r>
              <a:rPr lang="en-US" sz="2400" b="1" dirty="0">
                <a:solidFill>
                  <a:schemeClr val="dk1"/>
                </a:solidFill>
                <a:latin typeface="Times New Roman"/>
              </a:rPr>
              <a:t>Kasturi Vishnu Vardhan</a:t>
            </a:r>
            <a:r>
              <a:rPr lang="en-US" sz="2400" b="1" u="none" strike="noStrike" dirty="0">
                <a:solidFill>
                  <a:schemeClr val="dk1"/>
                </a:solidFill>
                <a:effectLst/>
                <a:uFillTx/>
                <a:latin typeface="Times New Roman"/>
              </a:rPr>
              <a:t>– 245523733160</a:t>
            </a:r>
            <a:endParaRPr lang="en-IN" sz="2400" b="0" u="none" strike="noStrike" dirty="0">
              <a:solidFill>
                <a:srgbClr val="000000"/>
              </a:solidFill>
              <a:effectLst/>
              <a:uFillTx/>
              <a:latin typeface="Arial"/>
            </a:endParaRPr>
          </a:p>
          <a:p>
            <a:pPr algn="ctr">
              <a:spcBef>
                <a:spcPts val="283"/>
              </a:spcBef>
              <a:tabLst>
                <a:tab pos="0" algn="l"/>
              </a:tabLst>
            </a:pPr>
            <a:r>
              <a:rPr lang="en-US" sz="2400" b="1" u="none" strike="noStrike" dirty="0" err="1">
                <a:solidFill>
                  <a:schemeClr val="dk1"/>
                </a:solidFill>
                <a:effectLst/>
                <a:uFillTx/>
                <a:latin typeface="Times New Roman"/>
              </a:rPr>
              <a:t>Kukunuru</a:t>
            </a:r>
            <a:r>
              <a:rPr lang="en-US" sz="2400" b="1" u="none" strike="noStrike" dirty="0">
                <a:solidFill>
                  <a:schemeClr val="dk1"/>
                </a:solidFill>
                <a:effectLst/>
                <a:uFillTx/>
                <a:latin typeface="Times New Roman"/>
              </a:rPr>
              <a:t> Thrinadh Reddy –</a:t>
            </a:r>
            <a:r>
              <a:rPr lang="en-US" sz="2400" b="1" dirty="0">
                <a:solidFill>
                  <a:schemeClr val="dk1"/>
                </a:solidFill>
                <a:latin typeface="Times New Roman"/>
              </a:rPr>
              <a:t>245523733163</a:t>
            </a:r>
          </a:p>
          <a:p>
            <a:pPr algn="ctr">
              <a:spcBef>
                <a:spcPts val="283"/>
              </a:spcBef>
              <a:tabLst>
                <a:tab pos="0" algn="l"/>
              </a:tabLst>
            </a:pPr>
            <a:r>
              <a:rPr lang="en-US" sz="2400" b="1" dirty="0">
                <a:solidFill>
                  <a:schemeClr val="dk1"/>
                </a:solidFill>
                <a:latin typeface="Times New Roman"/>
              </a:rPr>
              <a:t>Neha Sri </a:t>
            </a:r>
            <a:r>
              <a:rPr lang="en-US" sz="2400" b="1" dirty="0" err="1">
                <a:solidFill>
                  <a:schemeClr val="dk1"/>
                </a:solidFill>
                <a:latin typeface="Times New Roman"/>
              </a:rPr>
              <a:t>Tirunagari</a:t>
            </a:r>
            <a:r>
              <a:rPr lang="en-US" sz="2400" b="1" u="none" strike="noStrike" dirty="0">
                <a:solidFill>
                  <a:schemeClr val="dk1"/>
                </a:solidFill>
                <a:effectLst/>
                <a:uFillTx/>
                <a:latin typeface="Times New Roman"/>
              </a:rPr>
              <a:t> –</a:t>
            </a:r>
            <a:r>
              <a:rPr lang="en-US" sz="2400" b="1" dirty="0">
                <a:solidFill>
                  <a:schemeClr val="dk1"/>
                </a:solidFill>
                <a:latin typeface="Times New Roman"/>
              </a:rPr>
              <a:t> 245523733187</a:t>
            </a:r>
            <a:endParaRPr lang="en-IN" sz="2400" b="0" u="none" strike="noStrike" dirty="0">
              <a:solidFill>
                <a:srgbClr val="000000"/>
              </a:solidFill>
              <a:effectLst/>
              <a:uFillTx/>
              <a:latin typeface="Arial"/>
            </a:endParaRPr>
          </a:p>
          <a:p>
            <a:pPr indent="0" algn="ctr" defTabSz="914400">
              <a:lnSpc>
                <a:spcPct val="90000"/>
              </a:lnSpc>
              <a:spcBef>
                <a:spcPts val="561"/>
              </a:spcBef>
              <a:buNone/>
              <a:tabLst>
                <a:tab pos="0" algn="l"/>
              </a:tabLst>
            </a:pPr>
            <a:endParaRPr lang="en-IN" sz="1000" b="0" u="none" strike="noStrike" dirty="0">
              <a:solidFill>
                <a:srgbClr val="000000"/>
              </a:solidFill>
              <a:effectLst/>
              <a:uFillTx/>
              <a:latin typeface="Arial"/>
            </a:endParaRPr>
          </a:p>
          <a:p>
            <a:pPr indent="0" algn="ctr" defTabSz="914400">
              <a:lnSpc>
                <a:spcPct val="90000"/>
              </a:lnSpc>
              <a:spcBef>
                <a:spcPts val="561"/>
              </a:spcBef>
              <a:buNone/>
              <a:tabLst>
                <a:tab pos="0" algn="l"/>
              </a:tabLst>
            </a:pPr>
            <a:r>
              <a:rPr lang="en-US" sz="2400" b="1" u="none" strike="noStrike" dirty="0">
                <a:solidFill>
                  <a:schemeClr val="dk1"/>
                </a:solidFill>
                <a:effectLst/>
                <a:uFillTx/>
                <a:latin typeface="Times New Roman"/>
              </a:rPr>
              <a:t>Guide:</a:t>
            </a:r>
            <a:endParaRPr lang="en-IN" sz="2400" b="0" u="none" strike="noStrike" dirty="0">
              <a:solidFill>
                <a:srgbClr val="000000"/>
              </a:solidFill>
              <a:effectLst/>
              <a:uFillTx/>
              <a:latin typeface="Arial"/>
            </a:endParaRPr>
          </a:p>
          <a:p>
            <a:pPr algn="ctr">
              <a:spcBef>
                <a:spcPts val="561"/>
              </a:spcBef>
              <a:tabLst>
                <a:tab pos="0" algn="l"/>
              </a:tabLst>
            </a:pPr>
            <a:r>
              <a:rPr lang="en-US" sz="2400" b="1" u="none" strike="noStrike" dirty="0">
                <a:solidFill>
                  <a:schemeClr val="dk1"/>
                </a:solidFill>
                <a:effectLst/>
                <a:uFillTx/>
                <a:latin typeface="Times New Roman" panose="02020603050405020304" pitchFamily="18" charset="0"/>
                <a:cs typeface="Times New Roman" panose="02020603050405020304" pitchFamily="18" charset="0"/>
              </a:rPr>
              <a:t>Ms</a:t>
            </a:r>
            <a:r>
              <a:rPr lang="en-US" sz="2400" b="0" u="none" strike="noStrike" dirty="0">
                <a:solidFill>
                  <a:schemeClr val="dk1"/>
                </a:solidFill>
                <a:effectLst/>
                <a:uFillTx/>
                <a:latin typeface="Times New Roman" panose="02020603050405020304" pitchFamily="18" charset="0"/>
                <a:cs typeface="Times New Roman" panose="02020603050405020304" pitchFamily="18" charset="0"/>
              </a:rPr>
              <a:t>.</a:t>
            </a:r>
            <a:r>
              <a:rPr lang="en-US" sz="2400" b="1" u="none" strike="noStrike" dirty="0">
                <a:solidFill>
                  <a:schemeClr val="dk1"/>
                </a:solidFill>
                <a:effectLst/>
                <a:uFillTx/>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Duddeda</a:t>
            </a:r>
            <a:r>
              <a:rPr lang="en-IN" sz="2400" b="1" dirty="0">
                <a:latin typeface="Times New Roman" panose="02020603050405020304" pitchFamily="18" charset="0"/>
                <a:cs typeface="Times New Roman" panose="02020603050405020304" pitchFamily="18" charset="0"/>
              </a:rPr>
              <a:t> Aishwarya </a:t>
            </a:r>
            <a:endParaRPr lang="en-IN" sz="2400" b="1" u="none" strike="noStrike" dirty="0">
              <a:solidFill>
                <a:srgbClr val="000000"/>
              </a:solidFill>
              <a:effectLst/>
              <a:uFillTx/>
              <a:latin typeface="Times New Roman" panose="02020603050405020304" pitchFamily="18" charset="0"/>
              <a:cs typeface="Times New Roman" panose="02020603050405020304" pitchFamily="18" charset="0"/>
            </a:endParaRPr>
          </a:p>
          <a:p>
            <a:pPr indent="0" algn="ctr" defTabSz="914400">
              <a:lnSpc>
                <a:spcPct val="90000"/>
              </a:lnSpc>
              <a:spcBef>
                <a:spcPts val="561"/>
              </a:spcBef>
              <a:buNone/>
              <a:tabLst>
                <a:tab pos="0" algn="l"/>
              </a:tabLst>
            </a:pPr>
            <a:r>
              <a:rPr lang="en-US" sz="2000" b="1" u="none" strike="noStrike" dirty="0">
                <a:solidFill>
                  <a:schemeClr val="dk1"/>
                </a:solidFill>
                <a:effectLst/>
                <a:uFillTx/>
                <a:latin typeface="Times New Roman" panose="02020603050405020304" pitchFamily="18" charset="0"/>
                <a:cs typeface="Times New Roman" panose="02020603050405020304" pitchFamily="18" charset="0"/>
              </a:rPr>
              <a:t>Assistant Professor</a:t>
            </a:r>
            <a:endParaRPr lang="en-IN" sz="11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pic>
        <p:nvPicPr>
          <p:cNvPr id="77" name="Picture 64"/>
          <p:cNvPicPr/>
          <p:nvPr/>
        </p:nvPicPr>
        <p:blipFill>
          <a:blip r:embed="rId2"/>
          <a:stretch/>
        </p:blipFill>
        <p:spPr>
          <a:xfrm>
            <a:off x="762120" y="213840"/>
            <a:ext cx="725040" cy="555840"/>
          </a:xfrm>
          <a:prstGeom prst="rect">
            <a:avLst/>
          </a:prstGeom>
          <a:noFill/>
          <a:ln w="0">
            <a:noFill/>
          </a:ln>
        </p:spPr>
      </p:pic>
      <p:sp>
        <p:nvSpPr>
          <p:cNvPr id="78" name="Straight Connector 65"/>
          <p:cNvSpPr/>
          <p:nvPr/>
        </p:nvSpPr>
        <p:spPr>
          <a:xfrm>
            <a:off x="152280" y="1440000"/>
            <a:ext cx="11887200" cy="360"/>
          </a:xfrm>
          <a:prstGeom prst="line">
            <a:avLst/>
          </a:prstGeom>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IN" sz="1800" b="0" u="none" strike="noStrike">
              <a:solidFill>
                <a:srgbClr val="000000"/>
              </a:solidFill>
              <a:effectLst/>
              <a:uFillTx/>
              <a:latin typeface="Arial"/>
            </a:endParaRPr>
          </a:p>
        </p:txBody>
      </p:sp>
      <p:sp>
        <p:nvSpPr>
          <p:cNvPr id="2" name="Slide Number Placeholder 1">
            <a:extLst>
              <a:ext uri="{FF2B5EF4-FFF2-40B4-BE49-F238E27FC236}">
                <a16:creationId xmlns:a16="http://schemas.microsoft.com/office/drawing/2014/main" id="{764CEE6C-9A19-D1CC-036C-D4CD91252089}"/>
              </a:ext>
            </a:extLst>
          </p:cNvPr>
          <p:cNvSpPr>
            <a:spLocks noGrp="1"/>
          </p:cNvSpPr>
          <p:nvPr>
            <p:ph type="sldNum" idx="33"/>
          </p:nvPr>
        </p:nvSpPr>
        <p:spPr/>
        <p:txBody>
          <a:bodyPr/>
          <a:lstStyle/>
          <a:p>
            <a:pPr indent="0" algn="r" defTabSz="914400">
              <a:lnSpc>
                <a:spcPct val="100000"/>
              </a:lnSpc>
              <a:buNone/>
              <a:tabLst>
                <a:tab pos="0" algn="l"/>
              </a:tabLst>
            </a:pPr>
            <a:fld id="{46EE30C8-19C8-4BCC-8CB2-0008C34B4990}" type="slidenum">
              <a:rPr lang="en-US" sz="1200" b="0" u="none" strike="noStrike" smtClean="0">
                <a:solidFill>
                  <a:schemeClr val="dk1">
                    <a:tint val="75000"/>
                  </a:schemeClr>
                </a:solidFill>
                <a:effectLst/>
                <a:uFillTx/>
                <a:latin typeface="Calibri"/>
              </a:rPr>
              <a:t>1</a:t>
            </a:fld>
            <a:endParaRPr lang="en-IN" sz="1200" b="0" u="none" strike="noStrike">
              <a:solidFill>
                <a:srgbClr val="000000"/>
              </a:solidFill>
              <a:effectLst/>
              <a:uFillTx/>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542520" y="609120"/>
            <a:ext cx="10697040" cy="702720"/>
          </a:xfrm>
          <a:prstGeom prst="rect">
            <a:avLst/>
          </a:prstGeom>
          <a:noFill/>
          <a:ln w="0">
            <a:noFill/>
          </a:ln>
        </p:spPr>
        <p:txBody>
          <a:bodyPr lIns="91440" tIns="45720" rIns="91440" bIns="45720" anchor="ctr">
            <a:normAutofit/>
          </a:bodyPr>
          <a:lstStyle/>
          <a:p>
            <a:pPr indent="0" algn="ctr" defTabSz="914400">
              <a:lnSpc>
                <a:spcPct val="100000"/>
              </a:lnSpc>
              <a:buNone/>
              <a:tabLst>
                <a:tab pos="0" algn="l"/>
              </a:tabLst>
            </a:pPr>
            <a:r>
              <a:rPr lang="en-US" sz="3200" b="1" u="none" strike="noStrike" dirty="0">
                <a:solidFill>
                  <a:srgbClr val="780373"/>
                </a:solidFill>
                <a:effectLst/>
                <a:uFillTx/>
                <a:latin typeface="Times New Roman"/>
              </a:rPr>
              <a:t>Index</a:t>
            </a:r>
            <a:endParaRPr lang="en-IN" sz="3200" b="0" u="none" strike="noStrike" dirty="0">
              <a:solidFill>
                <a:srgbClr val="000000"/>
              </a:solidFill>
              <a:effectLst/>
              <a:uFillTx/>
              <a:latin typeface="Arial"/>
            </a:endParaRPr>
          </a:p>
        </p:txBody>
      </p:sp>
      <p:sp>
        <p:nvSpPr>
          <p:cNvPr id="84" name="PlaceHolder 1"/>
          <p:cNvSpPr/>
          <p:nvPr/>
        </p:nvSpPr>
        <p:spPr>
          <a:xfrm>
            <a:off x="115200" y="118440"/>
            <a:ext cx="11960640" cy="338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tabLst>
                <a:tab pos="0" algn="l"/>
              </a:tabLst>
            </a:pPr>
            <a:r>
              <a:rPr lang="en-US" sz="1600" b="0" u="none" strike="noStrike" dirty="0">
                <a:solidFill>
                  <a:schemeClr val="dk1"/>
                </a:solidFill>
                <a:effectLst/>
                <a:uFillTx/>
                <a:latin typeface="Times New Roman"/>
              </a:rPr>
              <a:t>Batch No.  </a:t>
            </a:r>
            <a:r>
              <a:rPr lang="en-US" sz="1600" dirty="0">
                <a:solidFill>
                  <a:schemeClr val="dk1"/>
                </a:solidFill>
                <a:latin typeface="Times New Roman"/>
              </a:rPr>
              <a:t>C6</a:t>
            </a:r>
            <a:r>
              <a:rPr lang="en-US" sz="1600" b="0" u="none" strike="noStrike" dirty="0">
                <a:solidFill>
                  <a:schemeClr val="dk1"/>
                </a:solidFill>
                <a:effectLst/>
                <a:uFillTx/>
                <a:latin typeface="Times New Roman"/>
              </a:rPr>
              <a:t>         								</a:t>
            </a:r>
            <a:r>
              <a:rPr lang="en-US" sz="1600" b="1" dirty="0">
                <a:latin typeface="Times New Roman"/>
              </a:rPr>
              <a:t>                                           	  DCTM</a:t>
            </a:r>
            <a:endParaRPr lang="en-IN" sz="1600" b="0" u="none" strike="noStrike" dirty="0">
              <a:solidFill>
                <a:srgbClr val="000000"/>
              </a:solidFill>
              <a:effectLst/>
              <a:uFillTx/>
              <a:latin typeface="Arial"/>
            </a:endParaRPr>
          </a:p>
        </p:txBody>
      </p:sp>
      <p:sp>
        <p:nvSpPr>
          <p:cNvPr id="2" name="Slide Number Placeholder 1">
            <a:extLst>
              <a:ext uri="{FF2B5EF4-FFF2-40B4-BE49-F238E27FC236}">
                <a16:creationId xmlns:a16="http://schemas.microsoft.com/office/drawing/2014/main" id="{F09EB545-A253-B60B-F275-5996C5CC749D}"/>
              </a:ext>
            </a:extLst>
          </p:cNvPr>
          <p:cNvSpPr>
            <a:spLocks noGrp="1"/>
          </p:cNvSpPr>
          <p:nvPr>
            <p:ph type="sldNum" idx="12"/>
          </p:nvPr>
        </p:nvSpPr>
        <p:spPr/>
        <p:txBody>
          <a:bodyPr/>
          <a:lstStyle/>
          <a:p>
            <a:pPr indent="0" algn="r" defTabSz="914400">
              <a:lnSpc>
                <a:spcPct val="100000"/>
              </a:lnSpc>
              <a:buNone/>
              <a:tabLst>
                <a:tab pos="0" algn="l"/>
              </a:tabLst>
            </a:pPr>
            <a:fld id="{9118F6E7-F1DC-4F9F-A55D-F4F9EDAF9867}" type="slidenum">
              <a:rPr lang="en-US" sz="1200" b="0" u="none" strike="noStrike" smtClean="0">
                <a:solidFill>
                  <a:schemeClr val="dk1">
                    <a:tint val="75000"/>
                  </a:schemeClr>
                </a:solidFill>
                <a:effectLst/>
                <a:uFillTx/>
                <a:latin typeface="Calibri"/>
              </a:rPr>
              <a:t>2</a:t>
            </a:fld>
            <a:endParaRPr lang="en-IN" sz="1200" b="0" u="none" strike="noStrike">
              <a:solidFill>
                <a:srgbClr val="000000"/>
              </a:solidFill>
              <a:effectLst/>
              <a:uFillTx/>
              <a:latin typeface="Times New Roman"/>
            </a:endParaRPr>
          </a:p>
        </p:txBody>
      </p:sp>
      <p:sp>
        <p:nvSpPr>
          <p:cNvPr id="4" name="TextBox 3">
            <a:extLst>
              <a:ext uri="{FF2B5EF4-FFF2-40B4-BE49-F238E27FC236}">
                <a16:creationId xmlns:a16="http://schemas.microsoft.com/office/drawing/2014/main" id="{58CE3157-6B74-642F-B046-15E73CFF9577}"/>
              </a:ext>
            </a:extLst>
          </p:cNvPr>
          <p:cNvSpPr txBox="1"/>
          <p:nvPr/>
        </p:nvSpPr>
        <p:spPr>
          <a:xfrm>
            <a:off x="1272508" y="1464359"/>
            <a:ext cx="9646024" cy="3495829"/>
          </a:xfrm>
          <a:prstGeom prst="rect">
            <a:avLst/>
          </a:prstGeom>
          <a:noFill/>
        </p:spPr>
        <p:txBody>
          <a:bodyPr wrap="square">
            <a:spAutoFit/>
          </a:bodyPr>
          <a:lstStyle/>
          <a:p>
            <a:pPr marL="2695575" indent="-2254250" algn="just" defTabSz="914400">
              <a:lnSpc>
                <a:spcPct val="100000"/>
              </a:lnSpc>
              <a:spcBef>
                <a:spcPts val="479"/>
              </a:spcBef>
              <a:buNone/>
              <a:tabLst>
                <a:tab pos="0" algn="l"/>
              </a:tabLst>
            </a:pPr>
            <a:r>
              <a:rPr lang="en-US" sz="2400" dirty="0">
                <a:solidFill>
                  <a:schemeClr val="dk1"/>
                </a:solidFill>
                <a:latin typeface="Times New Roman"/>
              </a:rPr>
              <a:t>	</a:t>
            </a:r>
            <a:endParaRPr lang="en-IN" sz="2400" b="0" u="none" strike="noStrike" dirty="0">
              <a:solidFill>
                <a:srgbClr val="000000"/>
              </a:solidFill>
              <a:effectLst/>
              <a:uFillTx/>
              <a:latin typeface="Arial"/>
            </a:endParaRPr>
          </a:p>
          <a:p>
            <a:pPr marL="457200" indent="-457200" algn="just">
              <a:lnSpc>
                <a:spcPct val="100000"/>
              </a:lnSpc>
              <a:spcBef>
                <a:spcPts val="479"/>
              </a:spcBef>
              <a:buClr>
                <a:srgbClr val="000000"/>
              </a:buClr>
              <a:buFont typeface="Arial"/>
              <a:buAutoNum type="arabicPeriod"/>
              <a:tabLst>
                <a:tab pos="0" algn="l"/>
              </a:tabLst>
            </a:pPr>
            <a:r>
              <a:rPr lang="en-US" sz="2400" dirty="0">
                <a:solidFill>
                  <a:schemeClr val="dk1"/>
                </a:solidFill>
                <a:latin typeface="Times New Roman"/>
              </a:rPr>
              <a:t>Abstract</a:t>
            </a:r>
          </a:p>
          <a:p>
            <a:pPr marL="457200" indent="-457200" algn="just">
              <a:lnSpc>
                <a:spcPct val="100000"/>
              </a:lnSpc>
              <a:spcBef>
                <a:spcPts val="479"/>
              </a:spcBef>
              <a:buClr>
                <a:srgbClr val="000000"/>
              </a:buClr>
              <a:buFont typeface="Arial"/>
              <a:buAutoNum type="arabicPeriod"/>
              <a:tabLst>
                <a:tab pos="0" algn="l"/>
              </a:tabLst>
            </a:pPr>
            <a:r>
              <a:rPr lang="en-US" sz="2400" b="0" u="none" strike="noStrike" dirty="0">
                <a:solidFill>
                  <a:schemeClr val="dk1"/>
                </a:solidFill>
                <a:effectLst/>
                <a:uFillTx/>
                <a:latin typeface="Times New Roman"/>
              </a:rPr>
              <a:t>Introduction		</a:t>
            </a:r>
          </a:p>
          <a:p>
            <a:pPr marL="457200" indent="-457200" algn="just">
              <a:lnSpc>
                <a:spcPct val="100000"/>
              </a:lnSpc>
              <a:spcBef>
                <a:spcPts val="479"/>
              </a:spcBef>
              <a:buClr>
                <a:srgbClr val="000000"/>
              </a:buClr>
              <a:buFont typeface="Arial"/>
              <a:buAutoNum type="arabicPeriod"/>
              <a:tabLst>
                <a:tab pos="0" algn="l"/>
              </a:tabLst>
            </a:pPr>
            <a:r>
              <a:rPr lang="en-US" sz="2400" b="0" u="none" strike="noStrike" dirty="0">
                <a:solidFill>
                  <a:schemeClr val="dk1"/>
                </a:solidFill>
                <a:effectLst/>
                <a:uFillTx/>
                <a:latin typeface="Times New Roman"/>
              </a:rPr>
              <a:t>Literature Survey</a:t>
            </a:r>
            <a:r>
              <a:rPr lang="en-US" sz="2400" dirty="0">
                <a:solidFill>
                  <a:schemeClr val="dk1"/>
                </a:solidFill>
                <a:latin typeface="Times New Roman"/>
              </a:rPr>
              <a:t> 	</a:t>
            </a:r>
          </a:p>
          <a:p>
            <a:pPr marL="457200" indent="-457200" algn="just">
              <a:lnSpc>
                <a:spcPct val="100000"/>
              </a:lnSpc>
              <a:spcBef>
                <a:spcPts val="479"/>
              </a:spcBef>
              <a:buClr>
                <a:srgbClr val="000000"/>
              </a:buClr>
              <a:buFont typeface="Arial"/>
              <a:buAutoNum type="arabicPeriod"/>
              <a:tabLst>
                <a:tab pos="0" algn="l"/>
              </a:tabLst>
            </a:pPr>
            <a:r>
              <a:rPr lang="en-US" sz="2400" b="0" u="none" strike="noStrike" dirty="0">
                <a:solidFill>
                  <a:schemeClr val="dk1"/>
                </a:solidFill>
                <a:effectLst/>
                <a:uFillTx/>
                <a:latin typeface="Times New Roman"/>
              </a:rPr>
              <a:t>Problem Statement	</a:t>
            </a:r>
          </a:p>
          <a:p>
            <a:pPr marL="457200" indent="-457200" algn="just">
              <a:lnSpc>
                <a:spcPct val="100000"/>
              </a:lnSpc>
              <a:spcBef>
                <a:spcPts val="479"/>
              </a:spcBef>
              <a:buClr>
                <a:srgbClr val="000000"/>
              </a:buClr>
              <a:buFont typeface="Arial"/>
              <a:buAutoNum type="arabicPeriod"/>
              <a:tabLst>
                <a:tab pos="0" algn="l"/>
              </a:tabLst>
            </a:pPr>
            <a:r>
              <a:rPr lang="en-US" sz="2400" b="0" u="none" strike="noStrike" dirty="0">
                <a:solidFill>
                  <a:schemeClr val="dk1"/>
                </a:solidFill>
                <a:effectLst/>
                <a:uFillTx/>
                <a:latin typeface="Times New Roman"/>
              </a:rPr>
              <a:t>Methodology	</a:t>
            </a:r>
          </a:p>
          <a:p>
            <a:pPr marL="457200" indent="-457200" algn="just">
              <a:lnSpc>
                <a:spcPct val="100000"/>
              </a:lnSpc>
              <a:spcBef>
                <a:spcPts val="479"/>
              </a:spcBef>
              <a:buClr>
                <a:srgbClr val="000000"/>
              </a:buClr>
              <a:buFont typeface="Arial"/>
              <a:buAutoNum type="arabicPeriod"/>
              <a:tabLst>
                <a:tab pos="0" algn="l"/>
              </a:tabLst>
            </a:pPr>
            <a:r>
              <a:rPr lang="en-US" sz="2400" dirty="0">
                <a:solidFill>
                  <a:schemeClr val="dk1"/>
                </a:solidFill>
                <a:latin typeface="Times New Roman"/>
              </a:rPr>
              <a:t>Dataset</a:t>
            </a:r>
          </a:p>
          <a:p>
            <a:pPr marL="457200" indent="-457200" algn="just">
              <a:lnSpc>
                <a:spcPct val="100000"/>
              </a:lnSpc>
              <a:spcBef>
                <a:spcPts val="479"/>
              </a:spcBef>
              <a:buClr>
                <a:srgbClr val="000000"/>
              </a:buClr>
              <a:buFont typeface="Arial"/>
              <a:buAutoNum type="arabicPeriod"/>
              <a:tabLst>
                <a:tab pos="0" algn="l"/>
              </a:tabLst>
            </a:pPr>
            <a:r>
              <a:rPr lang="en-US" sz="2400" dirty="0">
                <a:solidFill>
                  <a:schemeClr val="dk1"/>
                </a:solidFill>
                <a:latin typeface="Times New Roman"/>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746640" y="274680"/>
            <a:ext cx="10697040" cy="1141560"/>
          </a:xfrm>
          <a:prstGeom prst="rect">
            <a:avLst/>
          </a:prstGeom>
          <a:noFill/>
          <a:ln w="0">
            <a:noFill/>
          </a:ln>
        </p:spPr>
        <p:txBody>
          <a:bodyPr lIns="91440" tIns="45720" rIns="91440" bIns="45720" anchor="ctr">
            <a:normAutofit/>
          </a:bodyPr>
          <a:lstStyle/>
          <a:p>
            <a:pPr indent="0" algn="ctr" defTabSz="914400">
              <a:lnSpc>
                <a:spcPct val="100000"/>
              </a:lnSpc>
              <a:buNone/>
              <a:tabLst>
                <a:tab pos="0" algn="l"/>
              </a:tabLst>
            </a:pPr>
            <a:r>
              <a:rPr lang="en-US" sz="3600" b="1" u="none" strike="noStrike" dirty="0">
                <a:solidFill>
                  <a:srgbClr val="780373"/>
                </a:solidFill>
                <a:effectLst/>
                <a:uFillTx/>
                <a:latin typeface="Times New Roman"/>
              </a:rPr>
              <a:t>Abstract</a:t>
            </a:r>
            <a:endParaRPr lang="en-IN" sz="3600" b="0" u="none" strike="noStrike" dirty="0">
              <a:solidFill>
                <a:srgbClr val="000000"/>
              </a:solidFill>
              <a:effectLst/>
              <a:uFillTx/>
              <a:latin typeface="Arial"/>
            </a:endParaRPr>
          </a:p>
        </p:txBody>
      </p:sp>
      <p:sp>
        <p:nvSpPr>
          <p:cNvPr id="86" name="PlaceHolder 2"/>
          <p:cNvSpPr>
            <a:spLocks noGrp="1"/>
          </p:cNvSpPr>
          <p:nvPr>
            <p:ph type="subTitle"/>
          </p:nvPr>
        </p:nvSpPr>
        <p:spPr>
          <a:xfrm>
            <a:off x="746640" y="1600200"/>
            <a:ext cx="10879560" cy="4321183"/>
          </a:xfrm>
          <a:prstGeom prst="rect">
            <a:avLst/>
          </a:prstGeom>
          <a:noFill/>
          <a:ln w="0">
            <a:noFill/>
          </a:ln>
        </p:spPr>
        <p:txBody>
          <a:bodyPr lIns="0" tIns="0" rIns="0" bIns="0" anchor="t">
            <a:spAutoFit/>
          </a:bodyPr>
          <a:lstStyle/>
          <a:p>
            <a:pPr algn="just"/>
            <a:r>
              <a:rPr lang="en-US" sz="2400" dirty="0">
                <a:latin typeface="Times New Roman" panose="02020603050405020304" pitchFamily="18" charset="0"/>
                <a:cs typeface="Times New Roman" panose="02020603050405020304" pitchFamily="18" charset="0"/>
              </a:rPr>
              <a:t>ML-based Intrusion Detection Systems remain vulnerable to adversarial traffic, and existing frameworks like DEMGAN face three key limitations: feature selection restricted to 10 attributes, GAN training instability against linear classifiers, and severe class imbalance. This project proposes a Tabular Diffusion-based Adversarial Framework that replaces the GAN architecture with a Transformer-based Denoising Diffusion Model, producing higher-fidelity adversarial samples against both linear and non-linear IDS classifiers. SMOTE is integrated to handle class imbalance before the diffusion process, and feature selection is expanded up to 20 attributes using Mutual Information, SHAP methods. Evaluation on CICIDS2017 and CICIDS2018 extends beyond evasion rate to include F1-score, Precision, and Recall.</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Keywords:</a:t>
            </a:r>
            <a:r>
              <a:rPr lang="en-US" sz="2400" dirty="0">
                <a:latin typeface="Times New Roman" panose="02020603050405020304" pitchFamily="18" charset="0"/>
                <a:cs typeface="Times New Roman" panose="02020603050405020304" pitchFamily="18" charset="0"/>
              </a:rPr>
              <a:t> Adversarial Examples, Network IDS, Tabular Diffusion, Transformer, Feature Selection, SMOTE, CICIDS2017</a:t>
            </a:r>
          </a:p>
        </p:txBody>
      </p:sp>
      <p:sp>
        <p:nvSpPr>
          <p:cNvPr id="87" name="PlaceHolder 1"/>
          <p:cNvSpPr/>
          <p:nvPr/>
        </p:nvSpPr>
        <p:spPr>
          <a:xfrm>
            <a:off x="115200" y="118440"/>
            <a:ext cx="11960640" cy="338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tabLst>
                <a:tab pos="0" algn="l"/>
              </a:tabLst>
            </a:pPr>
            <a:r>
              <a:rPr lang="en-US" sz="1600" b="0" u="none" strike="noStrike" dirty="0">
                <a:solidFill>
                  <a:schemeClr val="dk1"/>
                </a:solidFill>
                <a:effectLst/>
                <a:uFillTx/>
                <a:latin typeface="Times New Roman"/>
              </a:rPr>
              <a:t>Batch No. C6          										     	</a:t>
            </a:r>
            <a:r>
              <a:rPr lang="en-US" sz="1600" b="1" dirty="0">
                <a:latin typeface="Times New Roman"/>
              </a:rPr>
              <a:t>DCTM</a:t>
            </a:r>
            <a:endParaRPr lang="en-IN" sz="1600" b="0" u="none" strike="noStrike" dirty="0">
              <a:solidFill>
                <a:srgbClr val="000000"/>
              </a:solidFill>
              <a:effectLst/>
              <a:uFillTx/>
              <a:latin typeface="Arial"/>
            </a:endParaRPr>
          </a:p>
        </p:txBody>
      </p:sp>
      <p:sp>
        <p:nvSpPr>
          <p:cNvPr id="2" name="Slide Number Placeholder 1">
            <a:extLst>
              <a:ext uri="{FF2B5EF4-FFF2-40B4-BE49-F238E27FC236}">
                <a16:creationId xmlns:a16="http://schemas.microsoft.com/office/drawing/2014/main" id="{6B8C457D-B289-E7A0-178A-A9998FDC6812}"/>
              </a:ext>
            </a:extLst>
          </p:cNvPr>
          <p:cNvSpPr>
            <a:spLocks noGrp="1"/>
          </p:cNvSpPr>
          <p:nvPr>
            <p:ph type="sldNum" idx="12"/>
          </p:nvPr>
        </p:nvSpPr>
        <p:spPr/>
        <p:txBody>
          <a:bodyPr/>
          <a:lstStyle/>
          <a:p>
            <a:pPr indent="0" algn="r" defTabSz="914400">
              <a:lnSpc>
                <a:spcPct val="100000"/>
              </a:lnSpc>
              <a:buNone/>
              <a:tabLst>
                <a:tab pos="0" algn="l"/>
              </a:tabLst>
            </a:pPr>
            <a:fld id="{9118F6E7-F1DC-4F9F-A55D-F4F9EDAF9867}" type="slidenum">
              <a:rPr lang="en-US" sz="1200" b="0" u="none" strike="noStrike" smtClean="0">
                <a:solidFill>
                  <a:schemeClr val="dk1">
                    <a:tint val="75000"/>
                  </a:schemeClr>
                </a:solidFill>
                <a:effectLst/>
                <a:uFillTx/>
                <a:latin typeface="Calibri"/>
              </a:rPr>
              <a:t>3</a:t>
            </a:fld>
            <a:endParaRPr lang="en-IN" sz="1200" b="0" u="none" strike="noStrike" dirty="0">
              <a:solidFill>
                <a:srgbClr val="000000"/>
              </a:solidFill>
              <a:effectLst/>
              <a:uFillTx/>
              <a:latin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746640" y="274680"/>
            <a:ext cx="10697040" cy="1141560"/>
          </a:xfrm>
          <a:prstGeom prst="rect">
            <a:avLst/>
          </a:prstGeom>
          <a:noFill/>
          <a:ln w="0">
            <a:noFill/>
          </a:ln>
        </p:spPr>
        <p:txBody>
          <a:bodyPr lIns="91440" tIns="45720" rIns="91440" bIns="45720" anchor="ctr">
            <a:normAutofit/>
          </a:bodyPr>
          <a:lstStyle/>
          <a:p>
            <a:pPr indent="0" algn="ctr" defTabSz="914400">
              <a:lnSpc>
                <a:spcPct val="100000"/>
              </a:lnSpc>
              <a:buNone/>
              <a:tabLst>
                <a:tab pos="0" algn="l"/>
              </a:tabLst>
            </a:pPr>
            <a:r>
              <a:rPr lang="en-US" sz="3600" b="1" u="none" strike="noStrike" dirty="0">
                <a:solidFill>
                  <a:srgbClr val="780373"/>
                </a:solidFill>
                <a:effectLst/>
                <a:uFillTx/>
                <a:latin typeface="Times New Roman"/>
              </a:rPr>
              <a:t>1. Introduction</a:t>
            </a:r>
            <a:endParaRPr lang="en-IN" sz="3600" b="0" u="none" strike="noStrike" dirty="0">
              <a:solidFill>
                <a:srgbClr val="000000"/>
              </a:solidFill>
              <a:effectLst/>
              <a:uFillTx/>
              <a:latin typeface="Arial"/>
            </a:endParaRPr>
          </a:p>
        </p:txBody>
      </p:sp>
      <p:sp>
        <p:nvSpPr>
          <p:cNvPr id="90" name="PlaceHolder 1"/>
          <p:cNvSpPr/>
          <p:nvPr/>
        </p:nvSpPr>
        <p:spPr>
          <a:xfrm>
            <a:off x="115200" y="118440"/>
            <a:ext cx="11960640" cy="338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tabLst>
                <a:tab pos="0" algn="l"/>
              </a:tabLst>
            </a:pPr>
            <a:r>
              <a:rPr lang="en-US" sz="1600" b="0" u="none" strike="noStrike" dirty="0">
                <a:solidFill>
                  <a:schemeClr val="dk1"/>
                </a:solidFill>
                <a:effectLst/>
                <a:uFillTx/>
                <a:latin typeface="Times New Roman"/>
              </a:rPr>
              <a:t>Batch No. C6       										 	 </a:t>
            </a:r>
            <a:r>
              <a:rPr lang="en-US" sz="1600" b="1" dirty="0">
                <a:latin typeface="Times New Roman"/>
              </a:rPr>
              <a:t>DCTM</a:t>
            </a:r>
            <a:endParaRPr lang="en-IN" sz="1600" b="0" u="none" strike="noStrike" dirty="0">
              <a:solidFill>
                <a:srgbClr val="000000"/>
              </a:solidFill>
              <a:effectLst/>
              <a:uFillTx/>
              <a:latin typeface="Arial"/>
            </a:endParaRPr>
          </a:p>
        </p:txBody>
      </p:sp>
      <p:sp>
        <p:nvSpPr>
          <p:cNvPr id="2" name="Slide Number Placeholder 1">
            <a:extLst>
              <a:ext uri="{FF2B5EF4-FFF2-40B4-BE49-F238E27FC236}">
                <a16:creationId xmlns:a16="http://schemas.microsoft.com/office/drawing/2014/main" id="{18BFD1A7-027C-5FE8-1FA5-60B054BACE18}"/>
              </a:ext>
            </a:extLst>
          </p:cNvPr>
          <p:cNvSpPr>
            <a:spLocks noGrp="1"/>
          </p:cNvSpPr>
          <p:nvPr>
            <p:ph type="sldNum" idx="12"/>
          </p:nvPr>
        </p:nvSpPr>
        <p:spPr/>
        <p:txBody>
          <a:bodyPr/>
          <a:lstStyle/>
          <a:p>
            <a:pPr indent="0" algn="r" defTabSz="914400">
              <a:lnSpc>
                <a:spcPct val="100000"/>
              </a:lnSpc>
              <a:buNone/>
              <a:tabLst>
                <a:tab pos="0" algn="l"/>
              </a:tabLst>
            </a:pPr>
            <a:fld id="{9118F6E7-F1DC-4F9F-A55D-F4F9EDAF9867}" type="slidenum">
              <a:rPr lang="en-US" sz="1200" b="0" u="none" strike="noStrike" smtClean="0">
                <a:solidFill>
                  <a:schemeClr val="dk1">
                    <a:tint val="75000"/>
                  </a:schemeClr>
                </a:solidFill>
                <a:effectLst/>
                <a:uFillTx/>
                <a:latin typeface="Calibri"/>
              </a:rPr>
              <a:t>4</a:t>
            </a:fld>
            <a:endParaRPr lang="en-IN" sz="1200" b="0" u="none" strike="noStrike">
              <a:solidFill>
                <a:srgbClr val="000000"/>
              </a:solidFill>
              <a:effectLst/>
              <a:uFillTx/>
              <a:latin typeface="Times New Roman"/>
            </a:endParaRPr>
          </a:p>
        </p:txBody>
      </p:sp>
      <p:sp>
        <p:nvSpPr>
          <p:cNvPr id="5" name="Rectangle 3">
            <a:extLst>
              <a:ext uri="{FF2B5EF4-FFF2-40B4-BE49-F238E27FC236}">
                <a16:creationId xmlns:a16="http://schemas.microsoft.com/office/drawing/2014/main" id="{F20C7156-1079-E139-71F3-56C0B9D723C9}"/>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069B99D6-D54F-190D-924A-34C0D877168E}"/>
              </a:ext>
            </a:extLst>
          </p:cNvPr>
          <p:cNvSpPr txBox="1"/>
          <p:nvPr/>
        </p:nvSpPr>
        <p:spPr>
          <a:xfrm>
            <a:off x="942695" y="1352845"/>
            <a:ext cx="10304929" cy="4317336"/>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Network intrusions are a growing cybersecurity threat.</a:t>
            </a:r>
            <a:endParaRPr lang="en-US" altLang="en-US" sz="2400" dirty="0">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ML-based IDS detect attacks using traffic pattern analysis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Adversarial traffic can bypass even well-trained IDS models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GANs generate adversarial examples but suffer training instability.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Diffusion models offer more stable and reliable data generation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SMOTE addresses class imbalance in network traffic datasets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Expanded feature selection improves adversarial sample quality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D0EBD-A8BD-9575-041F-E08148CCD477}"/>
            </a:ext>
          </a:extLst>
        </p:cNvPr>
        <p:cNvGrpSpPr/>
        <p:nvPr/>
      </p:nvGrpSpPr>
      <p:grpSpPr>
        <a:xfrm>
          <a:off x="0" y="0"/>
          <a:ext cx="0" cy="0"/>
          <a:chOff x="0" y="0"/>
          <a:chExt cx="0" cy="0"/>
        </a:xfrm>
      </p:grpSpPr>
      <p:sp>
        <p:nvSpPr>
          <p:cNvPr id="88" name="PlaceHolder 1">
            <a:extLst>
              <a:ext uri="{FF2B5EF4-FFF2-40B4-BE49-F238E27FC236}">
                <a16:creationId xmlns:a16="http://schemas.microsoft.com/office/drawing/2014/main" id="{65D022E0-1550-C884-8DC8-9C3BC8670F12}"/>
              </a:ext>
            </a:extLst>
          </p:cNvPr>
          <p:cNvSpPr>
            <a:spLocks noGrp="1"/>
          </p:cNvSpPr>
          <p:nvPr>
            <p:ph type="title"/>
          </p:nvPr>
        </p:nvSpPr>
        <p:spPr>
          <a:xfrm>
            <a:off x="746640" y="274680"/>
            <a:ext cx="10697040" cy="1141560"/>
          </a:xfrm>
          <a:prstGeom prst="rect">
            <a:avLst/>
          </a:prstGeom>
          <a:noFill/>
          <a:ln w="0">
            <a:noFill/>
          </a:ln>
        </p:spPr>
        <p:txBody>
          <a:bodyPr lIns="91440" tIns="45720" rIns="91440" bIns="45720" anchor="ctr">
            <a:normAutofit/>
          </a:bodyPr>
          <a:lstStyle/>
          <a:p>
            <a:pPr algn="ctr">
              <a:lnSpc>
                <a:spcPct val="100000"/>
              </a:lnSpc>
              <a:tabLst>
                <a:tab pos="0" algn="l"/>
              </a:tabLst>
            </a:pPr>
            <a:r>
              <a:rPr lang="en-US" sz="3600" b="1" dirty="0">
                <a:solidFill>
                  <a:srgbClr val="780373"/>
                </a:solidFill>
                <a:latin typeface="Times New Roman"/>
              </a:rPr>
              <a:t>2.Literature Survey</a:t>
            </a:r>
            <a:endParaRPr lang="en-IN" sz="3600" b="1" u="none" strike="noStrike" dirty="0">
              <a:solidFill>
                <a:srgbClr val="000000"/>
              </a:solidFill>
              <a:effectLst/>
              <a:uFillTx/>
              <a:latin typeface="Arial"/>
            </a:endParaRPr>
          </a:p>
        </p:txBody>
      </p:sp>
      <p:sp>
        <p:nvSpPr>
          <p:cNvPr id="90" name="PlaceHolder 1">
            <a:extLst>
              <a:ext uri="{FF2B5EF4-FFF2-40B4-BE49-F238E27FC236}">
                <a16:creationId xmlns:a16="http://schemas.microsoft.com/office/drawing/2014/main" id="{73D58CB0-2DD2-0BB9-72F1-6D3A800183D6}"/>
              </a:ext>
            </a:extLst>
          </p:cNvPr>
          <p:cNvSpPr/>
          <p:nvPr/>
        </p:nvSpPr>
        <p:spPr>
          <a:xfrm>
            <a:off x="115200" y="118440"/>
            <a:ext cx="11960640" cy="338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tabLst>
                <a:tab pos="0" algn="l"/>
              </a:tabLst>
            </a:pPr>
            <a:r>
              <a:rPr lang="en-US" sz="1600" b="0" u="none" strike="noStrike" dirty="0">
                <a:solidFill>
                  <a:schemeClr val="dk1"/>
                </a:solidFill>
                <a:effectLst/>
                <a:uFillTx/>
                <a:latin typeface="Times New Roman"/>
              </a:rPr>
              <a:t>Batch No. C6       										 	</a:t>
            </a:r>
            <a:r>
              <a:rPr lang="en-US" sz="1600" b="1" dirty="0">
                <a:latin typeface="Times New Roman"/>
              </a:rPr>
              <a:t>DCTM</a:t>
            </a:r>
            <a:endParaRPr lang="en-IN" sz="1600" b="0" u="none" strike="noStrike" dirty="0">
              <a:solidFill>
                <a:srgbClr val="000000"/>
              </a:solidFill>
              <a:effectLst/>
              <a:uFillTx/>
              <a:latin typeface="Arial"/>
            </a:endParaRPr>
          </a:p>
        </p:txBody>
      </p:sp>
      <p:sp>
        <p:nvSpPr>
          <p:cNvPr id="2" name="Slide Number Placeholder 1">
            <a:extLst>
              <a:ext uri="{FF2B5EF4-FFF2-40B4-BE49-F238E27FC236}">
                <a16:creationId xmlns:a16="http://schemas.microsoft.com/office/drawing/2014/main" id="{EF08BE0A-AC83-23E4-01EA-C32D7212E00B}"/>
              </a:ext>
            </a:extLst>
          </p:cNvPr>
          <p:cNvSpPr>
            <a:spLocks noGrp="1"/>
          </p:cNvSpPr>
          <p:nvPr>
            <p:ph type="sldNum" idx="12"/>
          </p:nvPr>
        </p:nvSpPr>
        <p:spPr/>
        <p:txBody>
          <a:bodyPr/>
          <a:lstStyle/>
          <a:p>
            <a:pPr indent="0" algn="r" defTabSz="914400">
              <a:lnSpc>
                <a:spcPct val="100000"/>
              </a:lnSpc>
              <a:buNone/>
              <a:tabLst>
                <a:tab pos="0" algn="l"/>
              </a:tabLst>
            </a:pPr>
            <a:fld id="{9118F6E7-F1DC-4F9F-A55D-F4F9EDAF9867}" type="slidenum">
              <a:rPr lang="en-US" sz="1200" b="0" u="none" strike="noStrike" smtClean="0">
                <a:solidFill>
                  <a:schemeClr val="dk1">
                    <a:tint val="75000"/>
                  </a:schemeClr>
                </a:solidFill>
                <a:effectLst/>
                <a:uFillTx/>
                <a:latin typeface="Calibri"/>
              </a:rPr>
              <a:t>5</a:t>
            </a:fld>
            <a:endParaRPr lang="en-IN" sz="1200" b="0" u="none" strike="noStrike">
              <a:solidFill>
                <a:srgbClr val="000000"/>
              </a:solidFill>
              <a:effectLst/>
              <a:uFillTx/>
              <a:latin typeface="Times New Roman"/>
            </a:endParaRPr>
          </a:p>
        </p:txBody>
      </p:sp>
      <p:sp>
        <p:nvSpPr>
          <p:cNvPr id="5" name="Rectangle 3">
            <a:extLst>
              <a:ext uri="{FF2B5EF4-FFF2-40B4-BE49-F238E27FC236}">
                <a16:creationId xmlns:a16="http://schemas.microsoft.com/office/drawing/2014/main" id="{0CF225FB-205B-38FF-B719-B03A4A027102}"/>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95855333-AA5B-52F8-578B-72A78C51948D}"/>
              </a:ext>
            </a:extLst>
          </p:cNvPr>
          <p:cNvSpPr txBox="1"/>
          <p:nvPr/>
        </p:nvSpPr>
        <p:spPr>
          <a:xfrm>
            <a:off x="942695" y="1382286"/>
            <a:ext cx="10304929" cy="4401205"/>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1. Wasserstein GAN (WGAN) — </a:t>
            </a:r>
            <a:r>
              <a:rPr lang="en-IN" sz="2000" b="1" dirty="0" err="1">
                <a:latin typeface="Times New Roman" panose="02020603050405020304" pitchFamily="18" charset="0"/>
                <a:cs typeface="Times New Roman" panose="02020603050405020304" pitchFamily="18" charset="0"/>
              </a:rPr>
              <a:t>Arjovsky</a:t>
            </a:r>
            <a:r>
              <a:rPr lang="en-IN" sz="2000" b="1" dirty="0">
                <a:latin typeface="Times New Roman" panose="02020603050405020304" pitchFamily="18" charset="0"/>
                <a:cs typeface="Times New Roman" panose="02020603050405020304" pitchFamily="18" charset="0"/>
              </a:rPr>
              <a:t> et al., 2017</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Replaces standard GAN loss with Earth Mover (EM) distance</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Uses a "critic" instead of a discriminator</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Lipschitz constraint enforced via weight clipping</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Solves mode collapse and training instability</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Loss metric directly correlates with generation quality</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2. DEMGAN — Xu et al., 2025</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Multi-generator Transformer-based generators for diverse adversarial traffic</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RNN-based discriminator to assess sample authenticity</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Distortion rate introduced in loss function</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Dedicated generators assigned per attack pattern</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97.42% evasion rate achieved on CICIDS2017</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Poor generalization against linear classifiers</a:t>
            </a:r>
          </a:p>
        </p:txBody>
      </p:sp>
    </p:spTree>
    <p:extLst>
      <p:ext uri="{BB962C8B-B14F-4D97-AF65-F5344CB8AC3E}">
        <p14:creationId xmlns:p14="http://schemas.microsoft.com/office/powerpoint/2010/main" val="455711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734E9-9535-5731-AA10-6906965C887A}"/>
            </a:ext>
          </a:extLst>
        </p:cNvPr>
        <p:cNvGrpSpPr/>
        <p:nvPr/>
      </p:nvGrpSpPr>
      <p:grpSpPr>
        <a:xfrm>
          <a:off x="0" y="0"/>
          <a:ext cx="0" cy="0"/>
          <a:chOff x="0" y="0"/>
          <a:chExt cx="0" cy="0"/>
        </a:xfrm>
      </p:grpSpPr>
      <p:sp>
        <p:nvSpPr>
          <p:cNvPr id="88" name="PlaceHolder 1">
            <a:extLst>
              <a:ext uri="{FF2B5EF4-FFF2-40B4-BE49-F238E27FC236}">
                <a16:creationId xmlns:a16="http://schemas.microsoft.com/office/drawing/2014/main" id="{201A57B7-9925-AB0F-3550-061504AB716A}"/>
              </a:ext>
            </a:extLst>
          </p:cNvPr>
          <p:cNvSpPr>
            <a:spLocks noGrp="1"/>
          </p:cNvSpPr>
          <p:nvPr>
            <p:ph type="title"/>
          </p:nvPr>
        </p:nvSpPr>
        <p:spPr>
          <a:xfrm>
            <a:off x="746640" y="274680"/>
            <a:ext cx="10697040" cy="1141560"/>
          </a:xfrm>
          <a:prstGeom prst="rect">
            <a:avLst/>
          </a:prstGeom>
          <a:noFill/>
          <a:ln w="0">
            <a:noFill/>
          </a:ln>
        </p:spPr>
        <p:txBody>
          <a:bodyPr lIns="91440" tIns="45720" rIns="91440" bIns="45720" anchor="ctr">
            <a:normAutofit/>
          </a:bodyPr>
          <a:lstStyle/>
          <a:p>
            <a:pPr algn="ctr">
              <a:lnSpc>
                <a:spcPct val="100000"/>
              </a:lnSpc>
              <a:tabLst>
                <a:tab pos="0" algn="l"/>
              </a:tabLst>
            </a:pPr>
            <a:r>
              <a:rPr lang="en-US" sz="3600" b="1" dirty="0">
                <a:solidFill>
                  <a:srgbClr val="780373"/>
                </a:solidFill>
                <a:latin typeface="Times New Roman"/>
              </a:rPr>
              <a:t>3.Problem Statement</a:t>
            </a:r>
            <a:endParaRPr lang="en-IN" sz="3600" b="1" u="none" strike="noStrike" dirty="0">
              <a:solidFill>
                <a:srgbClr val="000000"/>
              </a:solidFill>
              <a:effectLst/>
              <a:uFillTx/>
              <a:latin typeface="Arial"/>
            </a:endParaRPr>
          </a:p>
        </p:txBody>
      </p:sp>
      <p:sp>
        <p:nvSpPr>
          <p:cNvPr id="90" name="PlaceHolder 1">
            <a:extLst>
              <a:ext uri="{FF2B5EF4-FFF2-40B4-BE49-F238E27FC236}">
                <a16:creationId xmlns:a16="http://schemas.microsoft.com/office/drawing/2014/main" id="{0E21D4F7-DEC8-345A-E56E-5424B5ED87F0}"/>
              </a:ext>
            </a:extLst>
          </p:cNvPr>
          <p:cNvSpPr/>
          <p:nvPr/>
        </p:nvSpPr>
        <p:spPr>
          <a:xfrm>
            <a:off x="115200" y="118440"/>
            <a:ext cx="11960640" cy="338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tabLst>
                <a:tab pos="0" algn="l"/>
              </a:tabLst>
            </a:pPr>
            <a:r>
              <a:rPr lang="en-US" sz="1600" b="0" u="none" strike="noStrike" dirty="0">
                <a:solidFill>
                  <a:schemeClr val="dk1"/>
                </a:solidFill>
                <a:effectLst/>
                <a:uFillTx/>
                <a:latin typeface="Times New Roman"/>
              </a:rPr>
              <a:t>Batch No. C6       										</a:t>
            </a:r>
            <a:r>
              <a:rPr lang="en-US" sz="1600" b="1" dirty="0">
                <a:latin typeface="Times New Roman"/>
              </a:rPr>
              <a:t> 	DCTM</a:t>
            </a:r>
            <a:endParaRPr lang="en-IN" sz="1600" b="0" u="none" strike="noStrike" dirty="0">
              <a:solidFill>
                <a:srgbClr val="000000"/>
              </a:solidFill>
              <a:effectLst/>
              <a:uFillTx/>
              <a:latin typeface="Arial"/>
            </a:endParaRPr>
          </a:p>
        </p:txBody>
      </p:sp>
      <p:sp>
        <p:nvSpPr>
          <p:cNvPr id="2" name="Slide Number Placeholder 1">
            <a:extLst>
              <a:ext uri="{FF2B5EF4-FFF2-40B4-BE49-F238E27FC236}">
                <a16:creationId xmlns:a16="http://schemas.microsoft.com/office/drawing/2014/main" id="{99A78FCA-8579-0342-D404-4F07E99F8E08}"/>
              </a:ext>
            </a:extLst>
          </p:cNvPr>
          <p:cNvSpPr>
            <a:spLocks noGrp="1"/>
          </p:cNvSpPr>
          <p:nvPr>
            <p:ph type="sldNum" idx="12"/>
          </p:nvPr>
        </p:nvSpPr>
        <p:spPr>
          <a:xfrm>
            <a:off x="8737560" y="6365947"/>
            <a:ext cx="2843640" cy="363600"/>
          </a:xfrm>
        </p:spPr>
        <p:txBody>
          <a:bodyPr/>
          <a:lstStyle/>
          <a:p>
            <a:pPr indent="0" algn="r" defTabSz="914400">
              <a:lnSpc>
                <a:spcPct val="100000"/>
              </a:lnSpc>
              <a:buNone/>
              <a:tabLst>
                <a:tab pos="0" algn="l"/>
              </a:tabLst>
            </a:pPr>
            <a:fld id="{9118F6E7-F1DC-4F9F-A55D-F4F9EDAF9867}" type="slidenum">
              <a:rPr lang="en-US" sz="1200" b="0" u="none" strike="noStrike" smtClean="0">
                <a:solidFill>
                  <a:schemeClr val="dk1">
                    <a:tint val="75000"/>
                  </a:schemeClr>
                </a:solidFill>
                <a:effectLst/>
                <a:uFillTx/>
                <a:latin typeface="Calibri"/>
              </a:rPr>
              <a:t>6</a:t>
            </a:fld>
            <a:endParaRPr lang="en-IN" sz="1200" b="0" u="none" strike="noStrike">
              <a:solidFill>
                <a:srgbClr val="000000"/>
              </a:solidFill>
              <a:effectLst/>
              <a:uFillTx/>
              <a:latin typeface="Times New Roman"/>
            </a:endParaRPr>
          </a:p>
        </p:txBody>
      </p:sp>
      <p:sp>
        <p:nvSpPr>
          <p:cNvPr id="5" name="Rectangle 3">
            <a:extLst>
              <a:ext uri="{FF2B5EF4-FFF2-40B4-BE49-F238E27FC236}">
                <a16:creationId xmlns:a16="http://schemas.microsoft.com/office/drawing/2014/main" id="{8AE4D4BE-1F44-413B-9C7B-500A71A33870}"/>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A11D7E28-7841-89BF-43AA-E9427850EAFC}"/>
              </a:ext>
            </a:extLst>
          </p:cNvPr>
          <p:cNvSpPr txBox="1"/>
          <p:nvPr/>
        </p:nvSpPr>
        <p:spPr>
          <a:xfrm>
            <a:off x="942695" y="1572480"/>
            <a:ext cx="10304929" cy="4401205"/>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Gaps in Existing Work:</a:t>
            </a:r>
          </a:p>
          <a:p>
            <a:pPr marL="457200" indent="-4572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ML-based IDS vulnerable to adversarial traffic — core threat unresolved</a:t>
            </a:r>
          </a:p>
          <a:p>
            <a:pPr marL="457200" indent="-4572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DEMGAN limited to 10 features — 69+ informative features ignored</a:t>
            </a:r>
          </a:p>
          <a:p>
            <a:pPr marL="457200" indent="-4572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GAN training instability produces low-quality adversarial samples</a:t>
            </a:r>
          </a:p>
          <a:p>
            <a:pPr marL="457200" indent="-4572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Mode collapse reduces diversity of generated attack traffic</a:t>
            </a:r>
          </a:p>
          <a:p>
            <a:pPr marL="457200" indent="-4572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Class imbalance in dataset ignored — rare attacks underrepresented</a:t>
            </a:r>
          </a:p>
          <a:p>
            <a:pPr marL="457200" indent="-4572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Evaluation limited to evasion rate — no F1, Precision, or Recall</a:t>
            </a:r>
          </a:p>
          <a:p>
            <a:pPr marL="457200" indent="-457200">
              <a:buFont typeface="+mj-lt"/>
              <a:buAutoNum type="arabicPeriod"/>
            </a:pP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Our Solution:</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Replace GAN with Tabular Diffusion Model — eliminates instability and mode collapse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Expand feature selection to 20 using MI, SHAP.</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Apply SMOTE to handle class imbalance before model training</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Extend evaluation to F1-score, Precision, and Recall</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877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8B7DE-0166-FF80-DE06-751019C9AE8C}"/>
            </a:ext>
          </a:extLst>
        </p:cNvPr>
        <p:cNvGrpSpPr/>
        <p:nvPr/>
      </p:nvGrpSpPr>
      <p:grpSpPr>
        <a:xfrm>
          <a:off x="0" y="0"/>
          <a:ext cx="0" cy="0"/>
          <a:chOff x="0" y="0"/>
          <a:chExt cx="0" cy="0"/>
        </a:xfrm>
      </p:grpSpPr>
      <p:sp>
        <p:nvSpPr>
          <p:cNvPr id="88" name="PlaceHolder 1">
            <a:extLst>
              <a:ext uri="{FF2B5EF4-FFF2-40B4-BE49-F238E27FC236}">
                <a16:creationId xmlns:a16="http://schemas.microsoft.com/office/drawing/2014/main" id="{C0C1446E-608B-206F-B294-B9945E218A20}"/>
              </a:ext>
            </a:extLst>
          </p:cNvPr>
          <p:cNvSpPr>
            <a:spLocks noGrp="1"/>
          </p:cNvSpPr>
          <p:nvPr>
            <p:ph type="title"/>
          </p:nvPr>
        </p:nvSpPr>
        <p:spPr>
          <a:xfrm>
            <a:off x="746640" y="274680"/>
            <a:ext cx="10697040" cy="1141560"/>
          </a:xfrm>
          <a:prstGeom prst="rect">
            <a:avLst/>
          </a:prstGeom>
          <a:noFill/>
          <a:ln w="0">
            <a:noFill/>
          </a:ln>
        </p:spPr>
        <p:txBody>
          <a:bodyPr lIns="91440" tIns="45720" rIns="91440" bIns="45720" anchor="ctr">
            <a:normAutofit/>
          </a:bodyPr>
          <a:lstStyle/>
          <a:p>
            <a:pPr algn="ctr">
              <a:lnSpc>
                <a:spcPct val="100000"/>
              </a:lnSpc>
              <a:tabLst>
                <a:tab pos="0" algn="l"/>
              </a:tabLst>
            </a:pPr>
            <a:r>
              <a:rPr lang="en-US" sz="3600" b="1" dirty="0">
                <a:solidFill>
                  <a:srgbClr val="780373"/>
                </a:solidFill>
                <a:latin typeface="Times New Roman"/>
              </a:rPr>
              <a:t>4.Methodology</a:t>
            </a:r>
            <a:endParaRPr lang="en-IN" sz="3600" b="1" u="none" strike="noStrike" dirty="0">
              <a:solidFill>
                <a:srgbClr val="000000"/>
              </a:solidFill>
              <a:effectLst/>
              <a:uFillTx/>
              <a:latin typeface="Arial"/>
            </a:endParaRPr>
          </a:p>
        </p:txBody>
      </p:sp>
      <p:sp>
        <p:nvSpPr>
          <p:cNvPr id="90" name="PlaceHolder 1">
            <a:extLst>
              <a:ext uri="{FF2B5EF4-FFF2-40B4-BE49-F238E27FC236}">
                <a16:creationId xmlns:a16="http://schemas.microsoft.com/office/drawing/2014/main" id="{F97A1D1E-5DE1-1A2B-D581-FC38C1386DA1}"/>
              </a:ext>
            </a:extLst>
          </p:cNvPr>
          <p:cNvSpPr/>
          <p:nvPr/>
        </p:nvSpPr>
        <p:spPr>
          <a:xfrm>
            <a:off x="115200" y="118440"/>
            <a:ext cx="11960640" cy="338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tabLst>
                <a:tab pos="0" algn="l"/>
              </a:tabLst>
            </a:pPr>
            <a:r>
              <a:rPr lang="en-US" sz="1600" b="0" u="none" strike="noStrike" dirty="0">
                <a:solidFill>
                  <a:schemeClr val="dk1"/>
                </a:solidFill>
                <a:effectLst/>
                <a:uFillTx/>
                <a:latin typeface="Times New Roman"/>
              </a:rPr>
              <a:t>Batch No. C6       										</a:t>
            </a:r>
            <a:r>
              <a:rPr lang="en-US" sz="1600" b="1" dirty="0">
                <a:latin typeface="Times New Roman"/>
              </a:rPr>
              <a:t> 	DCTM</a:t>
            </a:r>
            <a:endParaRPr lang="en-IN" sz="1600" b="0" u="none" strike="noStrike" dirty="0">
              <a:solidFill>
                <a:srgbClr val="000000"/>
              </a:solidFill>
              <a:effectLst/>
              <a:uFillTx/>
              <a:latin typeface="Arial"/>
            </a:endParaRPr>
          </a:p>
        </p:txBody>
      </p:sp>
      <p:sp>
        <p:nvSpPr>
          <p:cNvPr id="2" name="Slide Number Placeholder 1">
            <a:extLst>
              <a:ext uri="{FF2B5EF4-FFF2-40B4-BE49-F238E27FC236}">
                <a16:creationId xmlns:a16="http://schemas.microsoft.com/office/drawing/2014/main" id="{E9934C75-F2E5-5F2B-28EA-AA6B46752784}"/>
              </a:ext>
            </a:extLst>
          </p:cNvPr>
          <p:cNvSpPr>
            <a:spLocks noGrp="1"/>
          </p:cNvSpPr>
          <p:nvPr>
            <p:ph type="sldNum" idx="12"/>
          </p:nvPr>
        </p:nvSpPr>
        <p:spPr/>
        <p:txBody>
          <a:bodyPr/>
          <a:lstStyle/>
          <a:p>
            <a:pPr indent="0" algn="r" defTabSz="914400">
              <a:lnSpc>
                <a:spcPct val="100000"/>
              </a:lnSpc>
              <a:buNone/>
              <a:tabLst>
                <a:tab pos="0" algn="l"/>
              </a:tabLst>
            </a:pPr>
            <a:fld id="{9118F6E7-F1DC-4F9F-A55D-F4F9EDAF9867}" type="slidenum">
              <a:rPr lang="en-US" sz="1200" b="0" u="none" strike="noStrike" smtClean="0">
                <a:solidFill>
                  <a:schemeClr val="dk1">
                    <a:tint val="75000"/>
                  </a:schemeClr>
                </a:solidFill>
                <a:effectLst/>
                <a:uFillTx/>
                <a:latin typeface="Calibri"/>
              </a:rPr>
              <a:t>7</a:t>
            </a:fld>
            <a:endParaRPr lang="en-IN" sz="1200" b="0" u="none" strike="noStrike">
              <a:solidFill>
                <a:srgbClr val="000000"/>
              </a:solidFill>
              <a:effectLst/>
              <a:uFillTx/>
              <a:latin typeface="Times New Roman"/>
            </a:endParaRPr>
          </a:p>
        </p:txBody>
      </p:sp>
      <p:sp>
        <p:nvSpPr>
          <p:cNvPr id="5" name="Rectangle 3">
            <a:extLst>
              <a:ext uri="{FF2B5EF4-FFF2-40B4-BE49-F238E27FC236}">
                <a16:creationId xmlns:a16="http://schemas.microsoft.com/office/drawing/2014/main" id="{9378B2A1-F941-F3B2-5398-98572380A87F}"/>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894F1589-FCDF-D310-CC18-092A43AB7B3B}"/>
              </a:ext>
            </a:extLst>
          </p:cNvPr>
          <p:cNvSpPr txBox="1"/>
          <p:nvPr/>
        </p:nvSpPr>
        <p:spPr>
          <a:xfrm>
            <a:off x="942695" y="1213785"/>
            <a:ext cx="10304929" cy="5324535"/>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Modules: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Data Preprocessing Module</a:t>
            </a:r>
          </a:p>
          <a:p>
            <a:r>
              <a:rPr lang="en-IN" sz="2000" dirty="0">
                <a:latin typeface="Times New Roman" panose="02020603050405020304" pitchFamily="18" charset="0"/>
                <a:cs typeface="Times New Roman" panose="02020603050405020304" pitchFamily="18" charset="0"/>
              </a:rPr>
              <a:t>Adaptive Feature Selection Module</a:t>
            </a:r>
          </a:p>
          <a:p>
            <a:r>
              <a:rPr lang="en-IN" sz="2000" dirty="0">
                <a:latin typeface="Times New Roman" panose="02020603050405020304" pitchFamily="18" charset="0"/>
                <a:cs typeface="Times New Roman" panose="02020603050405020304" pitchFamily="18" charset="0"/>
              </a:rPr>
              <a:t>Diffusion Model Training Module (</a:t>
            </a:r>
            <a:r>
              <a:rPr lang="en-IN" sz="2000" dirty="0" err="1">
                <a:latin typeface="Times New Roman" panose="02020603050405020304" pitchFamily="18" charset="0"/>
                <a:cs typeface="Times New Roman" panose="02020603050405020304" pitchFamily="18" charset="0"/>
              </a:rPr>
              <a:t>DiffEvasion</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Adversarial Sample Generation Module</a:t>
            </a:r>
          </a:p>
          <a:p>
            <a:r>
              <a:rPr lang="en-IN" sz="2000" dirty="0">
                <a:latin typeface="Times New Roman" panose="02020603050405020304" pitchFamily="18" charset="0"/>
                <a:cs typeface="Times New Roman" panose="02020603050405020304" pitchFamily="18" charset="0"/>
              </a:rPr>
              <a:t>IDS Evaluation &amp; Retraining Module</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Features: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Top 20 features via MI and SHAP</a:t>
            </a:r>
          </a:p>
          <a:p>
            <a:r>
              <a:rPr lang="en-IN" sz="2000" dirty="0">
                <a:latin typeface="Times New Roman" panose="02020603050405020304" pitchFamily="18" charset="0"/>
                <a:cs typeface="Times New Roman" panose="02020603050405020304" pitchFamily="18" charset="0"/>
              </a:rPr>
              <a:t>Protocol-level fields frozen — IP, flags, port unchanged</a:t>
            </a:r>
          </a:p>
          <a:p>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Process / Algorithm:</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Clean data → encode labels → apply SMOTE</a:t>
            </a:r>
          </a:p>
          <a:p>
            <a:r>
              <a:rPr lang="en-IN" sz="2000" dirty="0">
                <a:latin typeface="Times New Roman" panose="02020603050405020304" pitchFamily="18" charset="0"/>
                <a:cs typeface="Times New Roman" panose="02020603050405020304" pitchFamily="18" charset="0"/>
              </a:rPr>
              <a:t>Variance thresholding → SHAP ranking → freeze constraints</a:t>
            </a:r>
          </a:p>
          <a:p>
            <a:r>
              <a:rPr lang="en-IN" sz="2000" dirty="0">
                <a:latin typeface="Times New Roman" panose="02020603050405020304" pitchFamily="18" charset="0"/>
                <a:cs typeface="Times New Roman" panose="02020603050405020304" pitchFamily="18" charset="0"/>
              </a:rPr>
              <a:t>Train conditional DDPM → generate adversarial samples</a:t>
            </a:r>
          </a:p>
          <a:p>
            <a:r>
              <a:rPr lang="en-IN" sz="2000" dirty="0">
                <a:latin typeface="Times New Roman" panose="02020603050405020304" pitchFamily="18" charset="0"/>
                <a:cs typeface="Times New Roman" panose="02020603050405020304" pitchFamily="18" charset="0"/>
              </a:rPr>
              <a:t>Inject into 7 IDS classifiers → measure evasion rate</a:t>
            </a:r>
          </a:p>
          <a:p>
            <a:r>
              <a:rPr lang="en-IN" sz="2000" dirty="0">
                <a:latin typeface="Times New Roman" panose="02020603050405020304" pitchFamily="18" charset="0"/>
                <a:cs typeface="Times New Roman" panose="02020603050405020304" pitchFamily="18" charset="0"/>
              </a:rPr>
              <a:t>Retrain IDS → measure robustness improvement</a:t>
            </a:r>
          </a:p>
        </p:txBody>
      </p:sp>
    </p:spTree>
    <p:extLst>
      <p:ext uri="{BB962C8B-B14F-4D97-AF65-F5344CB8AC3E}">
        <p14:creationId xmlns:p14="http://schemas.microsoft.com/office/powerpoint/2010/main" val="2779650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961A9-1897-16AB-6D51-69770BA12018}"/>
            </a:ext>
          </a:extLst>
        </p:cNvPr>
        <p:cNvGrpSpPr/>
        <p:nvPr/>
      </p:nvGrpSpPr>
      <p:grpSpPr>
        <a:xfrm>
          <a:off x="0" y="0"/>
          <a:ext cx="0" cy="0"/>
          <a:chOff x="0" y="0"/>
          <a:chExt cx="0" cy="0"/>
        </a:xfrm>
      </p:grpSpPr>
      <p:sp>
        <p:nvSpPr>
          <p:cNvPr id="88" name="PlaceHolder 1">
            <a:extLst>
              <a:ext uri="{FF2B5EF4-FFF2-40B4-BE49-F238E27FC236}">
                <a16:creationId xmlns:a16="http://schemas.microsoft.com/office/drawing/2014/main" id="{F3157368-7FD6-A100-C18F-470C603DF152}"/>
              </a:ext>
            </a:extLst>
          </p:cNvPr>
          <p:cNvSpPr>
            <a:spLocks noGrp="1"/>
          </p:cNvSpPr>
          <p:nvPr>
            <p:ph type="title"/>
          </p:nvPr>
        </p:nvSpPr>
        <p:spPr>
          <a:xfrm>
            <a:off x="746640" y="274680"/>
            <a:ext cx="10697040" cy="1141560"/>
          </a:xfrm>
          <a:prstGeom prst="rect">
            <a:avLst/>
          </a:prstGeom>
          <a:noFill/>
          <a:ln w="0">
            <a:noFill/>
          </a:ln>
        </p:spPr>
        <p:txBody>
          <a:bodyPr lIns="91440" tIns="45720" rIns="91440" bIns="45720" anchor="ctr">
            <a:normAutofit/>
          </a:bodyPr>
          <a:lstStyle/>
          <a:p>
            <a:pPr algn="ctr">
              <a:lnSpc>
                <a:spcPct val="100000"/>
              </a:lnSpc>
              <a:tabLst>
                <a:tab pos="0" algn="l"/>
              </a:tabLst>
            </a:pPr>
            <a:r>
              <a:rPr lang="en-US" sz="3600" b="1" dirty="0">
                <a:solidFill>
                  <a:srgbClr val="780373"/>
                </a:solidFill>
                <a:latin typeface="Times New Roman"/>
              </a:rPr>
              <a:t>5.Dataset</a:t>
            </a:r>
            <a:endParaRPr lang="en-IN" sz="3600" b="1" u="none" strike="noStrike" dirty="0">
              <a:solidFill>
                <a:srgbClr val="000000"/>
              </a:solidFill>
              <a:effectLst/>
              <a:uFillTx/>
              <a:latin typeface="Arial"/>
            </a:endParaRPr>
          </a:p>
        </p:txBody>
      </p:sp>
      <p:sp>
        <p:nvSpPr>
          <p:cNvPr id="90" name="PlaceHolder 1">
            <a:extLst>
              <a:ext uri="{FF2B5EF4-FFF2-40B4-BE49-F238E27FC236}">
                <a16:creationId xmlns:a16="http://schemas.microsoft.com/office/drawing/2014/main" id="{804D06B3-4DE8-56C6-F41A-A66954F91BF5}"/>
              </a:ext>
            </a:extLst>
          </p:cNvPr>
          <p:cNvSpPr/>
          <p:nvPr/>
        </p:nvSpPr>
        <p:spPr>
          <a:xfrm>
            <a:off x="115200" y="118440"/>
            <a:ext cx="11960640" cy="338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tabLst>
                <a:tab pos="0" algn="l"/>
              </a:tabLst>
            </a:pPr>
            <a:r>
              <a:rPr lang="en-US" sz="1600" b="0" u="none" strike="noStrike" dirty="0">
                <a:solidFill>
                  <a:schemeClr val="dk1"/>
                </a:solidFill>
                <a:effectLst/>
                <a:uFillTx/>
                <a:latin typeface="Times New Roman"/>
              </a:rPr>
              <a:t>Batch No. C6       										</a:t>
            </a:r>
            <a:r>
              <a:rPr lang="en-US" sz="1600" b="1" dirty="0">
                <a:latin typeface="Times New Roman"/>
              </a:rPr>
              <a:t> 	DCTM</a:t>
            </a:r>
            <a:endParaRPr lang="en-IN" sz="1600" b="0" u="none" strike="noStrike" dirty="0">
              <a:solidFill>
                <a:srgbClr val="000000"/>
              </a:solidFill>
              <a:effectLst/>
              <a:uFillTx/>
              <a:latin typeface="Arial"/>
            </a:endParaRPr>
          </a:p>
        </p:txBody>
      </p:sp>
      <p:sp>
        <p:nvSpPr>
          <p:cNvPr id="2" name="Slide Number Placeholder 1">
            <a:extLst>
              <a:ext uri="{FF2B5EF4-FFF2-40B4-BE49-F238E27FC236}">
                <a16:creationId xmlns:a16="http://schemas.microsoft.com/office/drawing/2014/main" id="{AD17F32C-31DD-BD2B-1B7F-C745784A47B5}"/>
              </a:ext>
            </a:extLst>
          </p:cNvPr>
          <p:cNvSpPr>
            <a:spLocks noGrp="1"/>
          </p:cNvSpPr>
          <p:nvPr>
            <p:ph type="sldNum" idx="12"/>
          </p:nvPr>
        </p:nvSpPr>
        <p:spPr/>
        <p:txBody>
          <a:bodyPr/>
          <a:lstStyle/>
          <a:p>
            <a:pPr indent="0" algn="r" defTabSz="914400">
              <a:lnSpc>
                <a:spcPct val="100000"/>
              </a:lnSpc>
              <a:buNone/>
              <a:tabLst>
                <a:tab pos="0" algn="l"/>
              </a:tabLst>
            </a:pPr>
            <a:fld id="{9118F6E7-F1DC-4F9F-A55D-F4F9EDAF9867}" type="slidenum">
              <a:rPr lang="en-US" sz="1200" b="0" u="none" strike="noStrike" smtClean="0">
                <a:solidFill>
                  <a:schemeClr val="dk1">
                    <a:tint val="75000"/>
                  </a:schemeClr>
                </a:solidFill>
                <a:effectLst/>
                <a:uFillTx/>
                <a:latin typeface="Calibri"/>
              </a:rPr>
              <a:t>8</a:t>
            </a:fld>
            <a:endParaRPr lang="en-IN" sz="1200" b="0" u="none" strike="noStrike">
              <a:solidFill>
                <a:srgbClr val="000000"/>
              </a:solidFill>
              <a:effectLst/>
              <a:uFillTx/>
              <a:latin typeface="Times New Roman"/>
            </a:endParaRPr>
          </a:p>
        </p:txBody>
      </p:sp>
      <p:sp>
        <p:nvSpPr>
          <p:cNvPr id="5" name="Rectangle 3">
            <a:extLst>
              <a:ext uri="{FF2B5EF4-FFF2-40B4-BE49-F238E27FC236}">
                <a16:creationId xmlns:a16="http://schemas.microsoft.com/office/drawing/2014/main" id="{247463B6-6182-5A86-BBC1-BC00B8959B7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E116C43E-5C6B-E8F1-BC84-FF86CE4CB620}"/>
              </a:ext>
            </a:extLst>
          </p:cNvPr>
          <p:cNvSpPr txBox="1"/>
          <p:nvPr/>
        </p:nvSpPr>
        <p:spPr>
          <a:xfrm>
            <a:off x="942695" y="1839666"/>
            <a:ext cx="10304929" cy="4401205"/>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CICIDS2017</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Source: Canadian Institute for Cybersecurity (CIC), UNB</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Size: ~2.83 million samples after data cleaning</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Columns: 79 network traffic features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Attack categories: 14 types (DoS, DDoS, </a:t>
            </a:r>
            <a:r>
              <a:rPr lang="en-IN" sz="2000" dirty="0" err="1">
                <a:latin typeface="Times New Roman" panose="02020603050405020304" pitchFamily="18" charset="0"/>
                <a:cs typeface="Times New Roman" panose="02020603050405020304" pitchFamily="18" charset="0"/>
              </a:rPr>
              <a:t>PortScan</a:t>
            </a:r>
            <a:r>
              <a:rPr lang="en-IN" sz="2000" dirty="0">
                <a:latin typeface="Times New Roman" panose="02020603050405020304" pitchFamily="18" charset="0"/>
                <a:cs typeface="Times New Roman" panose="02020603050405020304" pitchFamily="18" charset="0"/>
              </a:rPr>
              <a:t>, Bot, XSS, SQL Injection, etc.)</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Used in: DEMGAN (base paper) — primary evaluation dataset</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CICIDS2018</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Source: CIC &amp; Communications Security Establishment (CSE), UNB</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Size: 2M+ samples (partial selection used for experiments)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Columns: 79 network traffic features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Attack categories: </a:t>
            </a:r>
            <a:r>
              <a:rPr lang="en-IN" sz="2000" dirty="0" err="1">
                <a:latin typeface="Times New Roman" panose="02020603050405020304" pitchFamily="18" charset="0"/>
                <a:cs typeface="Times New Roman" panose="02020603050405020304" pitchFamily="18" charset="0"/>
              </a:rPr>
              <a:t>DoSHulk</a:t>
            </a:r>
            <a:r>
              <a:rPr lang="en-IN" sz="2000" dirty="0">
                <a:latin typeface="Times New Roman" panose="02020603050405020304" pitchFamily="18" charset="0"/>
                <a:cs typeface="Times New Roman" panose="02020603050405020304" pitchFamily="18" charset="0"/>
              </a:rPr>
              <a:t>, Bot, </a:t>
            </a:r>
            <a:r>
              <a:rPr lang="en-IN" sz="2000" dirty="0" err="1">
                <a:latin typeface="Times New Roman" panose="02020603050405020304" pitchFamily="18" charset="0"/>
                <a:cs typeface="Times New Roman" panose="02020603050405020304" pitchFamily="18" charset="0"/>
              </a:rPr>
              <a:t>SlowHTTPTest</a:t>
            </a:r>
            <a:r>
              <a:rPr lang="en-IN" sz="2000" dirty="0">
                <a:latin typeface="Times New Roman" panose="02020603050405020304" pitchFamily="18" charset="0"/>
                <a:cs typeface="Times New Roman" panose="02020603050405020304" pitchFamily="18" charset="0"/>
              </a:rPr>
              <a:t> + Benign</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Used in: DEMGAN (base paper) — generalization/universality testing</a:t>
            </a: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4357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A2D7-0EC1-2043-0B7D-493E08079E77}"/>
            </a:ext>
          </a:extLst>
        </p:cNvPr>
        <p:cNvGrpSpPr/>
        <p:nvPr/>
      </p:nvGrpSpPr>
      <p:grpSpPr>
        <a:xfrm>
          <a:off x="0" y="0"/>
          <a:ext cx="0" cy="0"/>
          <a:chOff x="0" y="0"/>
          <a:chExt cx="0" cy="0"/>
        </a:xfrm>
      </p:grpSpPr>
      <p:sp>
        <p:nvSpPr>
          <p:cNvPr id="88" name="PlaceHolder 1">
            <a:extLst>
              <a:ext uri="{FF2B5EF4-FFF2-40B4-BE49-F238E27FC236}">
                <a16:creationId xmlns:a16="http://schemas.microsoft.com/office/drawing/2014/main" id="{D6F6279F-F26F-B59B-0891-0523503EF4BF}"/>
              </a:ext>
            </a:extLst>
          </p:cNvPr>
          <p:cNvSpPr>
            <a:spLocks noGrp="1"/>
          </p:cNvSpPr>
          <p:nvPr>
            <p:ph type="title"/>
          </p:nvPr>
        </p:nvSpPr>
        <p:spPr>
          <a:prstGeom prst="rect">
            <a:avLst/>
          </a:prstGeom>
          <a:noFill/>
          <a:ln w="0">
            <a:noFill/>
          </a:ln>
        </p:spPr>
        <p:txBody>
          <a:bodyPr lIns="91440" tIns="45720" rIns="91440" bIns="45720" anchor="ctr">
            <a:normAutofit/>
          </a:bodyPr>
          <a:lstStyle/>
          <a:p>
            <a:pPr algn="ctr">
              <a:lnSpc>
                <a:spcPct val="100000"/>
              </a:lnSpc>
              <a:tabLst>
                <a:tab pos="0" algn="l"/>
              </a:tabLst>
            </a:pPr>
            <a:r>
              <a:rPr lang="en-US" sz="3600" b="1" dirty="0">
                <a:solidFill>
                  <a:srgbClr val="780373"/>
                </a:solidFill>
                <a:latin typeface="Times New Roman"/>
              </a:rPr>
              <a:t>6.References</a:t>
            </a:r>
            <a:endParaRPr lang="en-IN" sz="3600" b="1" u="none" strike="noStrike" dirty="0">
              <a:solidFill>
                <a:srgbClr val="000000"/>
              </a:solidFill>
              <a:effectLst/>
              <a:uFillTx/>
              <a:latin typeface="Arial"/>
            </a:endParaRPr>
          </a:p>
        </p:txBody>
      </p:sp>
      <p:sp>
        <p:nvSpPr>
          <p:cNvPr id="2" name="Slide Number Placeholder 1">
            <a:extLst>
              <a:ext uri="{FF2B5EF4-FFF2-40B4-BE49-F238E27FC236}">
                <a16:creationId xmlns:a16="http://schemas.microsoft.com/office/drawing/2014/main" id="{77B0D8AC-B975-77B0-76F7-69CA5420A6A4}"/>
              </a:ext>
            </a:extLst>
          </p:cNvPr>
          <p:cNvSpPr>
            <a:spLocks noGrp="1"/>
          </p:cNvSpPr>
          <p:nvPr>
            <p:ph type="sldNum" idx="18"/>
          </p:nvPr>
        </p:nvSpPr>
        <p:spPr/>
        <p:txBody>
          <a:bodyPr/>
          <a:lstStyle/>
          <a:p>
            <a:pPr indent="0" algn="r" defTabSz="914400">
              <a:lnSpc>
                <a:spcPct val="100000"/>
              </a:lnSpc>
              <a:buNone/>
              <a:tabLst>
                <a:tab pos="0" algn="l"/>
              </a:tabLst>
            </a:pPr>
            <a:fld id="{9118F6E7-F1DC-4F9F-A55D-F4F9EDAF9867}" type="slidenum">
              <a:rPr lang="en-US" sz="1200" b="0" u="none" strike="noStrike" smtClean="0">
                <a:solidFill>
                  <a:schemeClr val="dk1">
                    <a:tint val="75000"/>
                  </a:schemeClr>
                </a:solidFill>
                <a:effectLst/>
                <a:uFillTx/>
                <a:latin typeface="Calibri"/>
              </a:rPr>
              <a:t>9</a:t>
            </a:fld>
            <a:endParaRPr lang="en-IN" sz="1200" b="0" u="none" strike="noStrike">
              <a:solidFill>
                <a:srgbClr val="000000"/>
              </a:solidFill>
              <a:effectLst/>
              <a:uFillTx/>
              <a:latin typeface="Times New Roman"/>
            </a:endParaRPr>
          </a:p>
        </p:txBody>
      </p:sp>
      <p:sp>
        <p:nvSpPr>
          <p:cNvPr id="90" name="PlaceHolder 1">
            <a:extLst>
              <a:ext uri="{FF2B5EF4-FFF2-40B4-BE49-F238E27FC236}">
                <a16:creationId xmlns:a16="http://schemas.microsoft.com/office/drawing/2014/main" id="{8A0B1B03-2A22-9A6D-2FEB-B3467A5200FE}"/>
              </a:ext>
            </a:extLst>
          </p:cNvPr>
          <p:cNvSpPr/>
          <p:nvPr/>
        </p:nvSpPr>
        <p:spPr>
          <a:xfrm>
            <a:off x="115200" y="118440"/>
            <a:ext cx="11960640" cy="338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tabLst>
                <a:tab pos="0" algn="l"/>
              </a:tabLst>
            </a:pPr>
            <a:r>
              <a:rPr lang="en-US" sz="1600" b="0" u="none" strike="noStrike" dirty="0">
                <a:solidFill>
                  <a:schemeClr val="dk1"/>
                </a:solidFill>
                <a:effectLst/>
                <a:uFillTx/>
                <a:latin typeface="Times New Roman"/>
              </a:rPr>
              <a:t>Batch No. C6       										 	</a:t>
            </a:r>
            <a:r>
              <a:rPr lang="en-US" sz="1600" b="1" dirty="0">
                <a:latin typeface="Times New Roman"/>
              </a:rPr>
              <a:t>DCTM</a:t>
            </a:r>
            <a:endParaRPr lang="en-IN" sz="1600" b="0" u="none" strike="noStrike" dirty="0">
              <a:solidFill>
                <a:srgbClr val="000000"/>
              </a:solidFill>
              <a:effectLst/>
              <a:uFillTx/>
              <a:latin typeface="Arial"/>
            </a:endParaRPr>
          </a:p>
        </p:txBody>
      </p:sp>
      <p:sp>
        <p:nvSpPr>
          <p:cNvPr id="5" name="Rectangle 3">
            <a:extLst>
              <a:ext uri="{FF2B5EF4-FFF2-40B4-BE49-F238E27FC236}">
                <a16:creationId xmlns:a16="http://schemas.microsoft.com/office/drawing/2014/main" id="{CD28AE65-4C0F-A377-202A-5E5D182BD470}"/>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6">
            <a:extLst>
              <a:ext uri="{FF2B5EF4-FFF2-40B4-BE49-F238E27FC236}">
                <a16:creationId xmlns:a16="http://schemas.microsoft.com/office/drawing/2014/main" id="{8F2BD0C5-43C4-1845-1E4B-D80582CB1186}"/>
              </a:ext>
            </a:extLst>
          </p:cNvPr>
          <p:cNvSpPr>
            <a:spLocks noGrp="1" noChangeArrowheads="1"/>
          </p:cNvSpPr>
          <p:nvPr>
            <p:ph type="body"/>
          </p:nvPr>
        </p:nvSpPr>
        <p:spPr bwMode="auto">
          <a:xfrm>
            <a:off x="431136" y="1887580"/>
            <a:ext cx="11149704"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indent="-457200" algn="just" eaLnBrk="0" fontAlgn="base" hangingPunct="0">
              <a:lnSpc>
                <a:spcPct val="100000"/>
              </a:lnSpc>
              <a:spcBef>
                <a:spcPct val="0"/>
              </a:spcBef>
              <a:spcAft>
                <a:spcPct val="0"/>
              </a:spcAft>
              <a:buFont typeface="+mj-lt"/>
              <a:buAutoNum type="arabicPeriod"/>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DEMGAN: A Machine Learning-Based Intrusion Detection System Evasion Scheme.2025. </a:t>
            </a: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 Paper)</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457200" indent="-457200" algn="just" eaLnBrk="0" fontAlgn="base" hangingPunct="0">
              <a:lnSpc>
                <a:spcPct val="100000"/>
              </a:lnSpc>
              <a:spcBef>
                <a:spcPct val="0"/>
              </a:spcBef>
              <a:spcAft>
                <a:spcPct val="0"/>
              </a:spcAft>
              <a:buFont typeface="+mj-lt"/>
              <a:buAutoNum type="arabicPeriod"/>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Wasserstein GAN. 2017. </a:t>
            </a:r>
          </a:p>
          <a:p>
            <a:pPr marL="457200" indent="-457200" algn="just" eaLnBrk="0" fontAlgn="base" hangingPunct="0">
              <a:lnSpc>
                <a:spcPct val="100000"/>
              </a:lnSpc>
              <a:spcBef>
                <a:spcPct val="0"/>
              </a:spcBef>
              <a:spcAft>
                <a:spcPct val="0"/>
              </a:spcAft>
              <a:buFont typeface="+mj-lt"/>
              <a:buAutoNum type="arabicPeriod"/>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Identifying Relevant Features of CSE-CIC-IDS2018 Dataset for the Development of an Intrusion Detection System. 2023 .</a:t>
            </a:r>
          </a:p>
          <a:p>
            <a:pPr marL="457200" indent="-457200" algn="just" eaLnBrk="0" fontAlgn="base" hangingPunct="0">
              <a:lnSpc>
                <a:spcPct val="100000"/>
              </a:lnSpc>
              <a:spcBef>
                <a:spcPct val="0"/>
              </a:spcBef>
              <a:spcAft>
                <a:spcPct val="0"/>
              </a:spcAft>
              <a:buFont typeface="+mj-lt"/>
              <a:buAutoNum type="arabicPeriod"/>
            </a:pPr>
            <a:r>
              <a:rPr lang="en-IN" sz="2400" dirty="0">
                <a:latin typeface="Times New Roman" panose="02020603050405020304" pitchFamily="18" charset="0"/>
                <a:cs typeface="Times New Roman" panose="02020603050405020304" pitchFamily="18" charset="0"/>
              </a:rPr>
              <a:t>SMOTE: Synthetic Minority Over-sampling Technique. 2002.</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242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747000" y="365533"/>
            <a:ext cx="10697040" cy="1141560"/>
          </a:xfrm>
          <a:prstGeom prst="rect">
            <a:avLst/>
          </a:prstGeom>
          <a:noFill/>
          <a:ln w="0">
            <a:noFill/>
          </a:ln>
        </p:spPr>
        <p:txBody>
          <a:bodyPr lIns="91440" tIns="45720" rIns="91440" bIns="45720" anchor="ctr">
            <a:normAutofit/>
          </a:bodyPr>
          <a:lstStyle/>
          <a:p>
            <a:pPr indent="0" algn="ctr" defTabSz="914400">
              <a:lnSpc>
                <a:spcPct val="100000"/>
              </a:lnSpc>
              <a:buNone/>
              <a:tabLst>
                <a:tab pos="0" algn="l"/>
              </a:tabLst>
            </a:pPr>
            <a:r>
              <a:rPr lang="en-US" sz="3600" b="1" u="none" strike="noStrike" dirty="0">
                <a:solidFill>
                  <a:srgbClr val="780373"/>
                </a:solidFill>
                <a:effectLst/>
                <a:uFillTx/>
                <a:latin typeface="Times New Roman"/>
              </a:rPr>
              <a:t>End of Presentation</a:t>
            </a:r>
            <a:endParaRPr lang="en-IN" sz="3600" b="0" u="none" strike="noStrike" dirty="0">
              <a:solidFill>
                <a:srgbClr val="000000"/>
              </a:solidFill>
              <a:effectLst/>
              <a:uFillTx/>
              <a:latin typeface="Arial"/>
            </a:endParaRPr>
          </a:p>
        </p:txBody>
      </p:sp>
      <p:sp>
        <p:nvSpPr>
          <p:cNvPr id="95" name="PlaceHolder 2"/>
          <p:cNvSpPr>
            <a:spLocks noGrp="1"/>
          </p:cNvSpPr>
          <p:nvPr>
            <p:ph type="subTitle"/>
          </p:nvPr>
        </p:nvSpPr>
        <p:spPr>
          <a:xfrm>
            <a:off x="648028" y="2927139"/>
            <a:ext cx="10697040" cy="1329595"/>
          </a:xfrm>
          <a:prstGeom prst="rect">
            <a:avLst/>
          </a:prstGeom>
          <a:noFill/>
          <a:ln w="0">
            <a:noFill/>
          </a:ln>
        </p:spPr>
        <p:txBody>
          <a:bodyPr lIns="0" tIns="0" rIns="0" bIns="0" anchor="t">
            <a:spAutoFit/>
          </a:bodyPr>
          <a:lstStyle/>
          <a:p>
            <a:pPr algn="ctr"/>
            <a:r>
              <a:rPr lang="en-US" sz="3200" b="1" dirty="0">
                <a:latin typeface="Times New Roman" panose="02020603050405020304" pitchFamily="18" charset="0"/>
                <a:cs typeface="Times New Roman" panose="02020603050405020304" pitchFamily="18" charset="0"/>
              </a:rPr>
              <a:t>Thank You</a:t>
            </a:r>
          </a:p>
          <a:p>
            <a:pPr algn="ctr"/>
            <a:endParaRPr lang="en-US" sz="3200" dirty="0">
              <a:latin typeface="Times New Roman" panose="02020603050405020304" pitchFamily="18" charset="0"/>
              <a:cs typeface="Times New Roman" panose="02020603050405020304" pitchFamily="18" charset="0"/>
            </a:endParaRPr>
          </a:p>
          <a:p>
            <a:pPr algn="ctr"/>
            <a:r>
              <a:rPr lang="en-US" sz="3200" b="1" dirty="0">
                <a:latin typeface="Times New Roman" panose="02020603050405020304" pitchFamily="18" charset="0"/>
                <a:cs typeface="Times New Roman" panose="02020603050405020304" pitchFamily="18" charset="0"/>
              </a:rPr>
              <a:t>Open to Questions &amp; Suggestions</a:t>
            </a:r>
            <a:endParaRPr lang="en-US" sz="3200" dirty="0">
              <a:latin typeface="Times New Roman" panose="02020603050405020304" pitchFamily="18" charset="0"/>
              <a:cs typeface="Times New Roman" panose="02020603050405020304" pitchFamily="18" charset="0"/>
            </a:endParaRPr>
          </a:p>
        </p:txBody>
      </p:sp>
      <p:sp>
        <p:nvSpPr>
          <p:cNvPr id="96" name="PlaceHolder 8"/>
          <p:cNvSpPr/>
          <p:nvPr/>
        </p:nvSpPr>
        <p:spPr>
          <a:xfrm>
            <a:off x="115200" y="118440"/>
            <a:ext cx="11960640" cy="338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defTabSz="914400">
              <a:lnSpc>
                <a:spcPct val="100000"/>
              </a:lnSpc>
              <a:tabLst>
                <a:tab pos="0" algn="l"/>
              </a:tabLst>
            </a:pPr>
            <a:r>
              <a:rPr lang="en-US" sz="1600" b="0" u="none" strike="noStrike" dirty="0">
                <a:solidFill>
                  <a:schemeClr val="dk1"/>
                </a:solidFill>
                <a:effectLst/>
                <a:uFillTx/>
                <a:latin typeface="Times New Roman"/>
              </a:rPr>
              <a:t>Batch No. C6    										       	</a:t>
            </a:r>
            <a:r>
              <a:rPr lang="en-US" sz="1600" dirty="0">
                <a:solidFill>
                  <a:schemeClr val="dk1"/>
                </a:solidFill>
                <a:latin typeface="Times New Roman"/>
              </a:rPr>
              <a:t>DTCM</a:t>
            </a:r>
            <a:endParaRPr lang="en-IN" sz="1600" b="0" u="none" strike="noStrike" dirty="0">
              <a:solidFill>
                <a:srgbClr val="000000"/>
              </a:solidFill>
              <a:effectLst/>
              <a:uFillTx/>
              <a:latin typeface="Arial"/>
            </a:endParaRPr>
          </a:p>
        </p:txBody>
      </p:sp>
      <p:sp>
        <p:nvSpPr>
          <p:cNvPr id="2" name="Slide Number Placeholder 1">
            <a:extLst>
              <a:ext uri="{FF2B5EF4-FFF2-40B4-BE49-F238E27FC236}">
                <a16:creationId xmlns:a16="http://schemas.microsoft.com/office/drawing/2014/main" id="{DA18FC4D-3D9E-F2B1-949B-288BBE57A9A5}"/>
              </a:ext>
            </a:extLst>
          </p:cNvPr>
          <p:cNvSpPr>
            <a:spLocks noGrp="1"/>
          </p:cNvSpPr>
          <p:nvPr>
            <p:ph type="sldNum" idx="12"/>
          </p:nvPr>
        </p:nvSpPr>
        <p:spPr/>
        <p:txBody>
          <a:bodyPr/>
          <a:lstStyle/>
          <a:p>
            <a:pPr indent="0" algn="r" defTabSz="914400">
              <a:lnSpc>
                <a:spcPct val="100000"/>
              </a:lnSpc>
              <a:buNone/>
              <a:tabLst>
                <a:tab pos="0" algn="l"/>
              </a:tabLst>
            </a:pPr>
            <a:fld id="{9118F6E7-F1DC-4F9F-A55D-F4F9EDAF9867}" type="slidenum">
              <a:rPr lang="en-US" sz="1200" b="0" u="none" strike="noStrike" smtClean="0">
                <a:solidFill>
                  <a:schemeClr val="dk1">
                    <a:tint val="75000"/>
                  </a:schemeClr>
                </a:solidFill>
                <a:effectLst/>
                <a:uFillTx/>
                <a:latin typeface="Calibri"/>
              </a:rPr>
              <a:t>10</a:t>
            </a:fld>
            <a:endParaRPr lang="en-IN" sz="1200" b="0" u="none" strike="noStrike">
              <a:solidFill>
                <a:srgbClr val="000000"/>
              </a:solidFill>
              <a:effectLst/>
              <a:uFillTx/>
              <a:latin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4645</TotalTime>
  <Words>937</Words>
  <Application>Microsoft Office PowerPoint</Application>
  <PresentationFormat>Widescreen</PresentationFormat>
  <Paragraphs>126</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Arial</vt:lpstr>
      <vt:lpstr>Calibri</vt:lpstr>
      <vt:lpstr>Symbol</vt:lpstr>
      <vt:lpstr>Times New Roman</vt:lpstr>
      <vt:lpstr>Wingdings</vt:lpstr>
      <vt:lpstr>Office Theme</vt:lpstr>
      <vt:lpstr>KESHAV MEMORIAL ENGINEERING COLLEGE A unit of Keshav Memorial Technical Educational Society (KMTES)  (Approved by AICTE, New Delhi &amp; Affiliated to Osmania University, Hyderabad)</vt:lpstr>
      <vt:lpstr>Index</vt:lpstr>
      <vt:lpstr>Abstract</vt:lpstr>
      <vt:lpstr>1. Introduction</vt:lpstr>
      <vt:lpstr>2.Literature Survey</vt:lpstr>
      <vt:lpstr>3.Problem Statement</vt:lpstr>
      <vt:lpstr>4.Methodology</vt:lpstr>
      <vt:lpstr>5.Dataset</vt:lpstr>
      <vt:lpstr>6.References</vt:lpstr>
      <vt:lpstr>End of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dc:title>
  <dc:creator>KIRAN KUMAR EKKALURI</dc:creator>
  <cp:lastModifiedBy>Thrinadh Reddy</cp:lastModifiedBy>
  <cp:revision>490</cp:revision>
  <cp:lastPrinted>2025-06-21T04:19:31Z</cp:lastPrinted>
  <dcterms:created xsi:type="dcterms:W3CDTF">2006-08-16T00:00:00Z</dcterms:created>
  <dcterms:modified xsi:type="dcterms:W3CDTF">2026-03-30T06:28:36Z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7</vt:i4>
  </property>
</Properties>
</file>